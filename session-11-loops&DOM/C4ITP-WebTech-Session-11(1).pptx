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1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12.xml" ContentType="application/vnd.openxmlformats-officedocument.theme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13.xml" ContentType="application/vnd.openxmlformats-officedocument.theme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4.xml" ContentType="application/vnd.openxmlformats-officedocument.theme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  <p:sldMasterId id="2147483686" r:id="rId2"/>
    <p:sldMasterId id="2147483698" r:id="rId3"/>
    <p:sldMasterId id="2147483710" r:id="rId4"/>
    <p:sldMasterId id="2147483722" r:id="rId5"/>
    <p:sldMasterId id="2147483734" r:id="rId6"/>
    <p:sldMasterId id="2147483746" r:id="rId7"/>
    <p:sldMasterId id="2147483758" r:id="rId8"/>
    <p:sldMasterId id="2147483770" r:id="rId9"/>
    <p:sldMasterId id="2147483806" r:id="rId10"/>
    <p:sldMasterId id="2147483818" r:id="rId11"/>
    <p:sldMasterId id="2147483829" r:id="rId12"/>
    <p:sldMasterId id="2147483840" r:id="rId13"/>
    <p:sldMasterId id="2147483851" r:id="rId14"/>
    <p:sldMasterId id="2147483660" r:id="rId15"/>
  </p:sldMasterIdLst>
  <p:notesMasterIdLst>
    <p:notesMasterId r:id="rId78"/>
  </p:notesMasterIdLst>
  <p:sldIdLst>
    <p:sldId id="270" r:id="rId16"/>
    <p:sldId id="256" r:id="rId17"/>
    <p:sldId id="387" r:id="rId18"/>
    <p:sldId id="492" r:id="rId19"/>
    <p:sldId id="352" r:id="rId20"/>
    <p:sldId id="353" r:id="rId21"/>
    <p:sldId id="354" r:id="rId22"/>
    <p:sldId id="357" r:id="rId23"/>
    <p:sldId id="356" r:id="rId24"/>
    <p:sldId id="359" r:id="rId25"/>
    <p:sldId id="360" r:id="rId26"/>
    <p:sldId id="571" r:id="rId27"/>
    <p:sldId id="572" r:id="rId28"/>
    <p:sldId id="361" r:id="rId29"/>
    <p:sldId id="362" r:id="rId30"/>
    <p:sldId id="363" r:id="rId31"/>
    <p:sldId id="364" r:id="rId32"/>
    <p:sldId id="365" r:id="rId33"/>
    <p:sldId id="366" r:id="rId34"/>
    <p:sldId id="573" r:id="rId35"/>
    <p:sldId id="574" r:id="rId36"/>
    <p:sldId id="516" r:id="rId37"/>
    <p:sldId id="367" r:id="rId38"/>
    <p:sldId id="368" r:id="rId39"/>
    <p:sldId id="369" r:id="rId40"/>
    <p:sldId id="370" r:id="rId41"/>
    <p:sldId id="575" r:id="rId42"/>
    <p:sldId id="576" r:id="rId43"/>
    <p:sldId id="517" r:id="rId44"/>
    <p:sldId id="372" r:id="rId45"/>
    <p:sldId id="500" r:id="rId46"/>
    <p:sldId id="529" r:id="rId47"/>
    <p:sldId id="531" r:id="rId48"/>
    <p:sldId id="540" r:id="rId49"/>
    <p:sldId id="539" r:id="rId50"/>
    <p:sldId id="533" r:id="rId51"/>
    <p:sldId id="532" r:id="rId52"/>
    <p:sldId id="537" r:id="rId53"/>
    <p:sldId id="534" r:id="rId54"/>
    <p:sldId id="535" r:id="rId55"/>
    <p:sldId id="564" r:id="rId56"/>
    <p:sldId id="536" r:id="rId57"/>
    <p:sldId id="544" r:id="rId58"/>
    <p:sldId id="541" r:id="rId59"/>
    <p:sldId id="542" r:id="rId60"/>
    <p:sldId id="543" r:id="rId61"/>
    <p:sldId id="547" r:id="rId62"/>
    <p:sldId id="552" r:id="rId63"/>
    <p:sldId id="577" r:id="rId64"/>
    <p:sldId id="578" r:id="rId65"/>
    <p:sldId id="558" r:id="rId66"/>
    <p:sldId id="582" r:id="rId67"/>
    <p:sldId id="555" r:id="rId68"/>
    <p:sldId id="583" r:id="rId69"/>
    <p:sldId id="581" r:id="rId70"/>
    <p:sldId id="565" r:id="rId71"/>
    <p:sldId id="563" r:id="rId72"/>
    <p:sldId id="566" r:id="rId73"/>
    <p:sldId id="567" r:id="rId74"/>
    <p:sldId id="579" r:id="rId75"/>
    <p:sldId id="580" r:id="rId76"/>
    <p:sldId id="388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2673E5C-48F0-4880-9E5D-C1B753F526B3}">
          <p14:sldIdLst>
            <p14:sldId id="270"/>
          </p14:sldIdLst>
        </p14:section>
        <p14:section name="Sessions" id="{6B305998-727F-4E0D-B590-D2FA76C3FDC2}">
          <p14:sldIdLst>
            <p14:sldId id="256"/>
            <p14:sldId id="387"/>
            <p14:sldId id="492"/>
            <p14:sldId id="352"/>
            <p14:sldId id="353"/>
            <p14:sldId id="354"/>
            <p14:sldId id="357"/>
            <p14:sldId id="356"/>
            <p14:sldId id="359"/>
            <p14:sldId id="360"/>
            <p14:sldId id="571"/>
            <p14:sldId id="572"/>
            <p14:sldId id="361"/>
            <p14:sldId id="362"/>
            <p14:sldId id="363"/>
            <p14:sldId id="364"/>
            <p14:sldId id="365"/>
            <p14:sldId id="366"/>
            <p14:sldId id="573"/>
            <p14:sldId id="574"/>
            <p14:sldId id="516"/>
            <p14:sldId id="367"/>
            <p14:sldId id="368"/>
            <p14:sldId id="369"/>
            <p14:sldId id="370"/>
            <p14:sldId id="575"/>
            <p14:sldId id="576"/>
            <p14:sldId id="517"/>
            <p14:sldId id="372"/>
            <p14:sldId id="500"/>
            <p14:sldId id="529"/>
            <p14:sldId id="531"/>
            <p14:sldId id="540"/>
            <p14:sldId id="539"/>
            <p14:sldId id="533"/>
            <p14:sldId id="532"/>
            <p14:sldId id="537"/>
            <p14:sldId id="534"/>
            <p14:sldId id="535"/>
            <p14:sldId id="564"/>
            <p14:sldId id="536"/>
            <p14:sldId id="544"/>
            <p14:sldId id="541"/>
            <p14:sldId id="542"/>
            <p14:sldId id="543"/>
            <p14:sldId id="547"/>
            <p14:sldId id="552"/>
            <p14:sldId id="577"/>
            <p14:sldId id="578"/>
            <p14:sldId id="558"/>
            <p14:sldId id="582"/>
            <p14:sldId id="555"/>
            <p14:sldId id="583"/>
            <p14:sldId id="581"/>
            <p14:sldId id="565"/>
            <p14:sldId id="563"/>
            <p14:sldId id="566"/>
            <p14:sldId id="567"/>
            <p14:sldId id="579"/>
            <p14:sldId id="580"/>
          </p14:sldIdLst>
        </p14:section>
        <p14:section name="End" id="{3072ED9E-465E-4038-83F4-1DE8123ED601}">
          <p14:sldIdLst>
            <p14:sldId id="3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0DB720D-CB23-00BD-4BF4-8F254009EC64}" name="Adrian Gould" initials="AG" userId="S::Adrian.Gould@nmtafe.wa.edu.au::0a44525a-5416-41c1-827b-f073cee28c70" providerId="AD"/>
  <p188:author id="{CF9B4C55-2547-8E87-20F7-0B62AB1B37EA}" name="John Robertson" initials="JR" userId="S::john.robertson@nmtafe.wa.edu.au::27eef65d-0d9b-46bb-85ea-fba5d9d9135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0001"/>
    <a:srgbClr val="4C0001"/>
    <a:srgbClr val="3C3F41"/>
    <a:srgbClr val="0B0000"/>
    <a:srgbClr val="000000"/>
    <a:srgbClr val="3A0001"/>
    <a:srgbClr val="3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51AE91-3FE9-4109-941B-3204CFEBFEE5}" v="1" dt="2023-07-20T07:54:55.042"/>
    <p1510:client id="{F65CB3AD-9511-5EE4-C54D-95E410DCEF12}" v="62" dt="2023-09-18T07:48:28.2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1.xml"/><Relationship Id="rId21" Type="http://schemas.openxmlformats.org/officeDocument/2006/relationships/slide" Target="slides/slide6.xml"/><Relationship Id="rId42" Type="http://schemas.openxmlformats.org/officeDocument/2006/relationships/slide" Target="slides/slide27.xml"/><Relationship Id="rId47" Type="http://schemas.openxmlformats.org/officeDocument/2006/relationships/slide" Target="slides/slide32.xml"/><Relationship Id="rId63" Type="http://schemas.openxmlformats.org/officeDocument/2006/relationships/slide" Target="slides/slide48.xml"/><Relationship Id="rId68" Type="http://schemas.openxmlformats.org/officeDocument/2006/relationships/slide" Target="slides/slide53.xml"/><Relationship Id="rId84" Type="http://schemas.microsoft.com/office/2018/10/relationships/authors" Target="authors.xml"/><Relationship Id="rId16" Type="http://schemas.openxmlformats.org/officeDocument/2006/relationships/slide" Target="slides/slide1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53" Type="http://schemas.openxmlformats.org/officeDocument/2006/relationships/slide" Target="slides/slide38.xml"/><Relationship Id="rId58" Type="http://schemas.openxmlformats.org/officeDocument/2006/relationships/slide" Target="slides/slide43.xml"/><Relationship Id="rId74" Type="http://schemas.openxmlformats.org/officeDocument/2006/relationships/slide" Target="slides/slide59.xml"/><Relationship Id="rId79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46.xml"/><Relationship Id="rId82" Type="http://schemas.openxmlformats.org/officeDocument/2006/relationships/tableStyles" Target="tableStyles.xml"/><Relationship Id="rId19" Type="http://schemas.openxmlformats.org/officeDocument/2006/relationships/slide" Target="slides/slide4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slide" Target="slides/slide28.xml"/><Relationship Id="rId48" Type="http://schemas.openxmlformats.org/officeDocument/2006/relationships/slide" Target="slides/slide33.xml"/><Relationship Id="rId56" Type="http://schemas.openxmlformats.org/officeDocument/2006/relationships/slide" Target="slides/slide41.xml"/><Relationship Id="rId64" Type="http://schemas.openxmlformats.org/officeDocument/2006/relationships/slide" Target="slides/slide49.xml"/><Relationship Id="rId69" Type="http://schemas.openxmlformats.org/officeDocument/2006/relationships/slide" Target="slides/slide54.xml"/><Relationship Id="rId77" Type="http://schemas.openxmlformats.org/officeDocument/2006/relationships/slide" Target="slides/slide62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6.xml"/><Relationship Id="rId72" Type="http://schemas.openxmlformats.org/officeDocument/2006/relationships/slide" Target="slides/slide57.xml"/><Relationship Id="rId80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slide" Target="slides/slide31.xml"/><Relationship Id="rId59" Type="http://schemas.openxmlformats.org/officeDocument/2006/relationships/slide" Target="slides/slide44.xml"/><Relationship Id="rId67" Type="http://schemas.openxmlformats.org/officeDocument/2006/relationships/slide" Target="slides/slide52.xml"/><Relationship Id="rId20" Type="http://schemas.openxmlformats.org/officeDocument/2006/relationships/slide" Target="slides/slide5.xml"/><Relationship Id="rId41" Type="http://schemas.openxmlformats.org/officeDocument/2006/relationships/slide" Target="slides/slide26.xml"/><Relationship Id="rId54" Type="http://schemas.openxmlformats.org/officeDocument/2006/relationships/slide" Target="slides/slide39.xml"/><Relationship Id="rId62" Type="http://schemas.openxmlformats.org/officeDocument/2006/relationships/slide" Target="slides/slide47.xml"/><Relationship Id="rId70" Type="http://schemas.openxmlformats.org/officeDocument/2006/relationships/slide" Target="slides/slide55.xml"/><Relationship Id="rId75" Type="http://schemas.openxmlformats.org/officeDocument/2006/relationships/slide" Target="slides/slide60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49" Type="http://schemas.openxmlformats.org/officeDocument/2006/relationships/slide" Target="slides/slide34.xml"/><Relationship Id="rId57" Type="http://schemas.openxmlformats.org/officeDocument/2006/relationships/slide" Target="slides/slide42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6.xml"/><Relationship Id="rId44" Type="http://schemas.openxmlformats.org/officeDocument/2006/relationships/slide" Target="slides/slide29.xml"/><Relationship Id="rId52" Type="http://schemas.openxmlformats.org/officeDocument/2006/relationships/slide" Target="slides/slide37.xml"/><Relationship Id="rId60" Type="http://schemas.openxmlformats.org/officeDocument/2006/relationships/slide" Target="slides/slide45.xml"/><Relationship Id="rId65" Type="http://schemas.openxmlformats.org/officeDocument/2006/relationships/slide" Target="slides/slide50.xml"/><Relationship Id="rId73" Type="http://schemas.openxmlformats.org/officeDocument/2006/relationships/slide" Target="slides/slide58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39" Type="http://schemas.openxmlformats.org/officeDocument/2006/relationships/slide" Target="slides/slide24.xml"/><Relationship Id="rId34" Type="http://schemas.openxmlformats.org/officeDocument/2006/relationships/slide" Target="slides/slide19.xml"/><Relationship Id="rId50" Type="http://schemas.openxmlformats.org/officeDocument/2006/relationships/slide" Target="slides/slide35.xml"/><Relationship Id="rId55" Type="http://schemas.openxmlformats.org/officeDocument/2006/relationships/slide" Target="slides/slide40.xml"/><Relationship Id="rId76" Type="http://schemas.openxmlformats.org/officeDocument/2006/relationships/slide" Target="slides/slide6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5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4.xml"/><Relationship Id="rId24" Type="http://schemas.openxmlformats.org/officeDocument/2006/relationships/slide" Target="slides/slide9.xml"/><Relationship Id="rId40" Type="http://schemas.openxmlformats.org/officeDocument/2006/relationships/slide" Target="slides/slide25.xml"/><Relationship Id="rId45" Type="http://schemas.openxmlformats.org/officeDocument/2006/relationships/slide" Target="slides/slide30.xml"/><Relationship Id="rId66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D7EAFA-EFA8-6D40-8EFA-E64B72AA351B}" type="doc">
      <dgm:prSet loTypeId="urn:microsoft.com/office/officeart/2005/8/layout/hierarchy2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498E803C-DB35-274D-AEDF-A5F6850F304E}">
      <dgm:prSet phldrT="[Text]" custT="1"/>
      <dgm:spPr/>
      <dgm:t>
        <a:bodyPr/>
        <a:lstStyle/>
        <a:p>
          <a:r>
            <a:rPr lang="en-GB" sz="2500" dirty="0"/>
            <a:t>HTML</a:t>
          </a:r>
          <a:br>
            <a:rPr lang="en-GB" sz="2500" dirty="0"/>
          </a:br>
          <a:r>
            <a:rPr lang="en-GB" sz="1600" dirty="0"/>
            <a:t>Element node</a:t>
          </a:r>
        </a:p>
      </dgm:t>
    </dgm:pt>
    <dgm:pt modelId="{BD6FF0B9-8441-E54A-B381-61382279C9EC}" type="parTrans" cxnId="{E3AB5B20-D105-4A43-A58C-EF5B171D6C7C}">
      <dgm:prSet/>
      <dgm:spPr/>
      <dgm:t>
        <a:bodyPr/>
        <a:lstStyle/>
        <a:p>
          <a:endParaRPr lang="en-GB"/>
        </a:p>
      </dgm:t>
    </dgm:pt>
    <dgm:pt modelId="{C5EABF8A-C991-AF46-8C48-C5BF84DA9D07}" type="sibTrans" cxnId="{E3AB5B20-D105-4A43-A58C-EF5B171D6C7C}">
      <dgm:prSet/>
      <dgm:spPr/>
      <dgm:t>
        <a:bodyPr/>
        <a:lstStyle/>
        <a:p>
          <a:endParaRPr lang="en-GB"/>
        </a:p>
      </dgm:t>
    </dgm:pt>
    <dgm:pt modelId="{7B3A6B1F-5F6A-8D42-A7CD-938E3751B40C}">
      <dgm:prSet phldrT="[Text]" custT="1"/>
      <dgm:spPr/>
      <dgm:t>
        <a:bodyPr/>
        <a:lstStyle/>
        <a:p>
          <a:r>
            <a:rPr lang="en-GB" sz="2500" dirty="0"/>
            <a:t>HEAD</a:t>
          </a:r>
        </a:p>
        <a:p>
          <a:r>
            <a:rPr lang="en-GB" sz="1600" dirty="0"/>
            <a:t>Element node</a:t>
          </a:r>
        </a:p>
      </dgm:t>
    </dgm:pt>
    <dgm:pt modelId="{A2F9F9F6-3318-E748-8EBA-0064BD38958A}" type="parTrans" cxnId="{52B9C318-454A-A84E-94D5-E7A613A4FE3C}">
      <dgm:prSet/>
      <dgm:spPr/>
      <dgm:t>
        <a:bodyPr/>
        <a:lstStyle/>
        <a:p>
          <a:endParaRPr lang="en-GB"/>
        </a:p>
      </dgm:t>
    </dgm:pt>
    <dgm:pt modelId="{72C9CA02-E1A6-9A43-A99C-D4EFF704C4EA}" type="sibTrans" cxnId="{52B9C318-454A-A84E-94D5-E7A613A4FE3C}">
      <dgm:prSet/>
      <dgm:spPr/>
      <dgm:t>
        <a:bodyPr/>
        <a:lstStyle/>
        <a:p>
          <a:endParaRPr lang="en-GB"/>
        </a:p>
      </dgm:t>
    </dgm:pt>
    <dgm:pt modelId="{1BA6BCB2-368C-DB4B-B878-D83577F5D706}">
      <dgm:prSet phldrT="[Text]" custT="1"/>
      <dgm:spPr/>
      <dgm:t>
        <a:bodyPr/>
        <a:lstStyle/>
        <a:p>
          <a:r>
            <a:rPr lang="en-GB" sz="2500" dirty="0"/>
            <a:t>Page Title</a:t>
          </a:r>
        </a:p>
        <a:p>
          <a:r>
            <a:rPr lang="en-GB" sz="1600" dirty="0"/>
            <a:t>Text Node</a:t>
          </a:r>
        </a:p>
      </dgm:t>
    </dgm:pt>
    <dgm:pt modelId="{BA8DD850-E71A-3744-B2BB-499D058E0D46}" type="parTrans" cxnId="{AD7F1A78-6146-BB48-9B0D-9F495D5D92E2}">
      <dgm:prSet/>
      <dgm:spPr/>
      <dgm:t>
        <a:bodyPr/>
        <a:lstStyle/>
        <a:p>
          <a:endParaRPr lang="en-GB"/>
        </a:p>
      </dgm:t>
    </dgm:pt>
    <dgm:pt modelId="{39387CA0-A26C-5447-8AB8-1E3291840D16}" type="sibTrans" cxnId="{AD7F1A78-6146-BB48-9B0D-9F495D5D92E2}">
      <dgm:prSet/>
      <dgm:spPr/>
      <dgm:t>
        <a:bodyPr/>
        <a:lstStyle/>
        <a:p>
          <a:endParaRPr lang="en-GB"/>
        </a:p>
      </dgm:t>
    </dgm:pt>
    <dgm:pt modelId="{C5C662AA-37D1-ED4F-AA9F-540294621A15}">
      <dgm:prSet phldrT="[Text]" custT="1"/>
      <dgm:spPr/>
      <dgm:t>
        <a:bodyPr/>
        <a:lstStyle/>
        <a:p>
          <a:r>
            <a:rPr lang="en-GB" sz="2500" dirty="0"/>
            <a:t>BODY</a:t>
          </a:r>
          <a:br>
            <a:rPr lang="en-GB" sz="2500" dirty="0"/>
          </a:br>
          <a:r>
            <a:rPr lang="en-GB" sz="1600" dirty="0"/>
            <a:t>Element node</a:t>
          </a:r>
        </a:p>
      </dgm:t>
    </dgm:pt>
    <dgm:pt modelId="{F88E0A53-B2C9-2E4A-9032-FD21221E3FCF}" type="parTrans" cxnId="{DA06DD31-CE2C-B543-84FE-5DAEE5DF1B95}">
      <dgm:prSet/>
      <dgm:spPr/>
      <dgm:t>
        <a:bodyPr/>
        <a:lstStyle/>
        <a:p>
          <a:endParaRPr lang="en-GB"/>
        </a:p>
      </dgm:t>
    </dgm:pt>
    <dgm:pt modelId="{CD714712-155C-004D-9549-0E648312CD27}" type="sibTrans" cxnId="{DA06DD31-CE2C-B543-84FE-5DAEE5DF1B95}">
      <dgm:prSet/>
      <dgm:spPr/>
      <dgm:t>
        <a:bodyPr/>
        <a:lstStyle/>
        <a:p>
          <a:endParaRPr lang="en-GB"/>
        </a:p>
      </dgm:t>
    </dgm:pt>
    <dgm:pt modelId="{29476290-E0EC-7D46-94D9-B3129D6394BD}">
      <dgm:prSet phldrT="[Text]" custT="1"/>
      <dgm:spPr/>
      <dgm:t>
        <a:bodyPr/>
        <a:lstStyle/>
        <a:p>
          <a:r>
            <a:rPr lang="en-GB" sz="2500" dirty="0"/>
            <a:t>H1</a:t>
          </a:r>
          <a:br>
            <a:rPr lang="en-GB" sz="2500" dirty="0"/>
          </a:br>
          <a:r>
            <a:rPr lang="en-GB" sz="1600" dirty="0"/>
            <a:t>Element node</a:t>
          </a:r>
        </a:p>
      </dgm:t>
    </dgm:pt>
    <dgm:pt modelId="{D3FCD842-C7C6-6F4D-A022-D995D13187EB}" type="parTrans" cxnId="{2DB1ECCB-FF1B-8A4B-BCFE-457552E695EC}">
      <dgm:prSet/>
      <dgm:spPr/>
      <dgm:t>
        <a:bodyPr/>
        <a:lstStyle/>
        <a:p>
          <a:endParaRPr lang="en-GB"/>
        </a:p>
      </dgm:t>
    </dgm:pt>
    <dgm:pt modelId="{293A1F1B-E596-D84A-B595-410371AA5A21}" type="sibTrans" cxnId="{2DB1ECCB-FF1B-8A4B-BCFE-457552E695EC}">
      <dgm:prSet/>
      <dgm:spPr/>
      <dgm:t>
        <a:bodyPr/>
        <a:lstStyle/>
        <a:p>
          <a:endParaRPr lang="en-GB"/>
        </a:p>
      </dgm:t>
    </dgm:pt>
    <dgm:pt modelId="{B1484B59-362E-3B47-A0EE-CAE348BE4888}">
      <dgm:prSet phldrT="[Text]" custT="1"/>
      <dgm:spPr/>
      <dgm:t>
        <a:bodyPr/>
        <a:lstStyle/>
        <a:p>
          <a:r>
            <a:rPr lang="en-GB" sz="2500" dirty="0"/>
            <a:t>TITLE</a:t>
          </a:r>
          <a:br>
            <a:rPr lang="en-GB" sz="2000" dirty="0"/>
          </a:br>
          <a:r>
            <a:rPr lang="en-GB" sz="1600" dirty="0"/>
            <a:t>Element Node</a:t>
          </a:r>
          <a:endParaRPr lang="en-GB" sz="2000" dirty="0"/>
        </a:p>
      </dgm:t>
    </dgm:pt>
    <dgm:pt modelId="{24C99F12-8EE3-5340-BD80-41E7F7A1651C}" type="parTrans" cxnId="{F3206D27-7AC9-FF41-B03E-0C0C1D6296B8}">
      <dgm:prSet/>
      <dgm:spPr/>
      <dgm:t>
        <a:bodyPr/>
        <a:lstStyle/>
        <a:p>
          <a:endParaRPr lang="en-GB"/>
        </a:p>
      </dgm:t>
    </dgm:pt>
    <dgm:pt modelId="{21E89601-E952-7F46-A98F-6F99B6468882}" type="sibTrans" cxnId="{F3206D27-7AC9-FF41-B03E-0C0C1D6296B8}">
      <dgm:prSet/>
      <dgm:spPr/>
      <dgm:t>
        <a:bodyPr/>
        <a:lstStyle/>
        <a:p>
          <a:endParaRPr lang="en-GB"/>
        </a:p>
      </dgm:t>
    </dgm:pt>
    <dgm:pt modelId="{D7ED2E42-89AB-4143-8B47-B86AF9EC93D6}">
      <dgm:prSet phldrT="[Text]" custT="1"/>
      <dgm:spPr/>
      <dgm:t>
        <a:bodyPr/>
        <a:lstStyle/>
        <a:p>
          <a:r>
            <a:rPr lang="en-GB" sz="2500" dirty="0"/>
            <a:t>Header Text</a:t>
          </a:r>
        </a:p>
        <a:p>
          <a:r>
            <a:rPr lang="en-GB" sz="1600" dirty="0"/>
            <a:t>Text Node</a:t>
          </a:r>
        </a:p>
      </dgm:t>
    </dgm:pt>
    <dgm:pt modelId="{48DAEC35-DCAF-644C-A71B-21C6E158E74C}" type="parTrans" cxnId="{0004AF4F-8DC7-DD4A-A480-91FAE1F11EF6}">
      <dgm:prSet/>
      <dgm:spPr/>
      <dgm:t>
        <a:bodyPr/>
        <a:lstStyle/>
        <a:p>
          <a:endParaRPr lang="en-GB"/>
        </a:p>
      </dgm:t>
    </dgm:pt>
    <dgm:pt modelId="{8571417E-AF9B-1C47-ABCB-D3904CBA75A3}" type="sibTrans" cxnId="{0004AF4F-8DC7-DD4A-A480-91FAE1F11EF6}">
      <dgm:prSet/>
      <dgm:spPr/>
      <dgm:t>
        <a:bodyPr/>
        <a:lstStyle/>
        <a:p>
          <a:endParaRPr lang="en-GB"/>
        </a:p>
      </dgm:t>
    </dgm:pt>
    <dgm:pt modelId="{E8F10680-FB28-2846-AE75-5D34DD12F45D}" type="pres">
      <dgm:prSet presAssocID="{04D7EAFA-EFA8-6D40-8EFA-E64B72AA351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F1FAB8E-D352-864B-9915-CC06BB9C7C3E}" type="pres">
      <dgm:prSet presAssocID="{498E803C-DB35-274D-AEDF-A5F6850F304E}" presName="root1" presStyleCnt="0"/>
      <dgm:spPr/>
    </dgm:pt>
    <dgm:pt modelId="{4F8CB630-34C1-5745-90FE-5DCC792BB190}" type="pres">
      <dgm:prSet presAssocID="{498E803C-DB35-274D-AEDF-A5F6850F304E}" presName="LevelOneTextNode" presStyleLbl="node0" presStyleIdx="0" presStyleCnt="1" custLinFactNeighborX="-144" custLinFactNeighborY="-1834">
        <dgm:presLayoutVars>
          <dgm:chPref val="3"/>
        </dgm:presLayoutVars>
      </dgm:prSet>
      <dgm:spPr/>
    </dgm:pt>
    <dgm:pt modelId="{AA78AF53-29AB-B94D-AEBE-0789A4BA1AA5}" type="pres">
      <dgm:prSet presAssocID="{498E803C-DB35-274D-AEDF-A5F6850F304E}" presName="level2hierChild" presStyleCnt="0"/>
      <dgm:spPr/>
    </dgm:pt>
    <dgm:pt modelId="{45450EF7-5649-1D43-AA84-109CFDAA5EC8}" type="pres">
      <dgm:prSet presAssocID="{A2F9F9F6-3318-E748-8EBA-0064BD38958A}" presName="conn2-1" presStyleLbl="parChTrans1D2" presStyleIdx="0" presStyleCnt="2"/>
      <dgm:spPr/>
    </dgm:pt>
    <dgm:pt modelId="{6152CFF1-6DDD-3B41-8BCE-3EE7460C9866}" type="pres">
      <dgm:prSet presAssocID="{A2F9F9F6-3318-E748-8EBA-0064BD38958A}" presName="connTx" presStyleLbl="parChTrans1D2" presStyleIdx="0" presStyleCnt="2"/>
      <dgm:spPr/>
    </dgm:pt>
    <dgm:pt modelId="{ABBE937F-7611-244B-B6F0-C638CDC561B6}" type="pres">
      <dgm:prSet presAssocID="{7B3A6B1F-5F6A-8D42-A7CD-938E3751B40C}" presName="root2" presStyleCnt="0"/>
      <dgm:spPr/>
    </dgm:pt>
    <dgm:pt modelId="{6EFAC5DF-F2EB-D94D-A000-7F493AB575A2}" type="pres">
      <dgm:prSet presAssocID="{7B3A6B1F-5F6A-8D42-A7CD-938E3751B40C}" presName="LevelTwoTextNode" presStyleLbl="node2" presStyleIdx="0" presStyleCnt="2">
        <dgm:presLayoutVars>
          <dgm:chPref val="3"/>
        </dgm:presLayoutVars>
      </dgm:prSet>
      <dgm:spPr/>
    </dgm:pt>
    <dgm:pt modelId="{2153B802-CB0F-5448-8C08-DF9DEF63E98C}" type="pres">
      <dgm:prSet presAssocID="{7B3A6B1F-5F6A-8D42-A7CD-938E3751B40C}" presName="level3hierChild" presStyleCnt="0"/>
      <dgm:spPr/>
    </dgm:pt>
    <dgm:pt modelId="{13977F09-3864-DC4A-96E7-1762D072E830}" type="pres">
      <dgm:prSet presAssocID="{24C99F12-8EE3-5340-BD80-41E7F7A1651C}" presName="conn2-1" presStyleLbl="parChTrans1D3" presStyleIdx="0" presStyleCnt="2"/>
      <dgm:spPr/>
    </dgm:pt>
    <dgm:pt modelId="{8D69BBD1-DAA6-0C47-AEF5-BF6C6BD2B952}" type="pres">
      <dgm:prSet presAssocID="{24C99F12-8EE3-5340-BD80-41E7F7A1651C}" presName="connTx" presStyleLbl="parChTrans1D3" presStyleIdx="0" presStyleCnt="2"/>
      <dgm:spPr/>
    </dgm:pt>
    <dgm:pt modelId="{DD95C95C-3C7E-E947-8CC4-CEE61869BEDD}" type="pres">
      <dgm:prSet presAssocID="{B1484B59-362E-3B47-A0EE-CAE348BE4888}" presName="root2" presStyleCnt="0"/>
      <dgm:spPr/>
    </dgm:pt>
    <dgm:pt modelId="{9B2D099B-33E1-A148-96C2-7DB7F4E02F11}" type="pres">
      <dgm:prSet presAssocID="{B1484B59-362E-3B47-A0EE-CAE348BE4888}" presName="LevelTwoTextNode" presStyleLbl="node3" presStyleIdx="0" presStyleCnt="2">
        <dgm:presLayoutVars>
          <dgm:chPref val="3"/>
        </dgm:presLayoutVars>
      </dgm:prSet>
      <dgm:spPr/>
    </dgm:pt>
    <dgm:pt modelId="{3DC85751-6F2F-FD4C-B341-9911C6A21AD7}" type="pres">
      <dgm:prSet presAssocID="{B1484B59-362E-3B47-A0EE-CAE348BE4888}" presName="level3hierChild" presStyleCnt="0"/>
      <dgm:spPr/>
    </dgm:pt>
    <dgm:pt modelId="{7BE6F506-07C3-CA43-B30A-A83141EFFEF3}" type="pres">
      <dgm:prSet presAssocID="{BA8DD850-E71A-3744-B2BB-499D058E0D46}" presName="conn2-1" presStyleLbl="parChTrans1D4" presStyleIdx="0" presStyleCnt="2"/>
      <dgm:spPr/>
    </dgm:pt>
    <dgm:pt modelId="{8BDBD159-C37F-0446-AA2E-B4C07DBEF53F}" type="pres">
      <dgm:prSet presAssocID="{BA8DD850-E71A-3744-B2BB-499D058E0D46}" presName="connTx" presStyleLbl="parChTrans1D4" presStyleIdx="0" presStyleCnt="2"/>
      <dgm:spPr/>
    </dgm:pt>
    <dgm:pt modelId="{D9C456B0-079E-5544-8528-D7AA953FE37B}" type="pres">
      <dgm:prSet presAssocID="{1BA6BCB2-368C-DB4B-B878-D83577F5D706}" presName="root2" presStyleCnt="0"/>
      <dgm:spPr/>
    </dgm:pt>
    <dgm:pt modelId="{4F9FC01B-1BDA-A24F-A7EE-884504813230}" type="pres">
      <dgm:prSet presAssocID="{1BA6BCB2-368C-DB4B-B878-D83577F5D706}" presName="LevelTwoTextNode" presStyleLbl="node4" presStyleIdx="0" presStyleCnt="2" custScaleX="164968">
        <dgm:presLayoutVars>
          <dgm:chPref val="3"/>
        </dgm:presLayoutVars>
      </dgm:prSet>
      <dgm:spPr/>
    </dgm:pt>
    <dgm:pt modelId="{216747D6-43DF-D348-85D4-73A8257056B7}" type="pres">
      <dgm:prSet presAssocID="{1BA6BCB2-368C-DB4B-B878-D83577F5D706}" presName="level3hierChild" presStyleCnt="0"/>
      <dgm:spPr/>
    </dgm:pt>
    <dgm:pt modelId="{D7385592-31F0-CD43-948C-04E5D69549C3}" type="pres">
      <dgm:prSet presAssocID="{F88E0A53-B2C9-2E4A-9032-FD21221E3FCF}" presName="conn2-1" presStyleLbl="parChTrans1D2" presStyleIdx="1" presStyleCnt="2"/>
      <dgm:spPr/>
    </dgm:pt>
    <dgm:pt modelId="{C6BF4202-F367-D844-B08A-8DD71F44CB47}" type="pres">
      <dgm:prSet presAssocID="{F88E0A53-B2C9-2E4A-9032-FD21221E3FCF}" presName="connTx" presStyleLbl="parChTrans1D2" presStyleIdx="1" presStyleCnt="2"/>
      <dgm:spPr/>
    </dgm:pt>
    <dgm:pt modelId="{A60C5121-1FEC-7644-A911-3B3BF757C7F5}" type="pres">
      <dgm:prSet presAssocID="{C5C662AA-37D1-ED4F-AA9F-540294621A15}" presName="root2" presStyleCnt="0"/>
      <dgm:spPr/>
    </dgm:pt>
    <dgm:pt modelId="{D4DAD887-CFDF-1348-9766-D67805A29E41}" type="pres">
      <dgm:prSet presAssocID="{C5C662AA-37D1-ED4F-AA9F-540294621A15}" presName="LevelTwoTextNode" presStyleLbl="node2" presStyleIdx="1" presStyleCnt="2">
        <dgm:presLayoutVars>
          <dgm:chPref val="3"/>
        </dgm:presLayoutVars>
      </dgm:prSet>
      <dgm:spPr/>
    </dgm:pt>
    <dgm:pt modelId="{C09864DE-C990-2743-B71C-E7927F69978F}" type="pres">
      <dgm:prSet presAssocID="{C5C662AA-37D1-ED4F-AA9F-540294621A15}" presName="level3hierChild" presStyleCnt="0"/>
      <dgm:spPr/>
    </dgm:pt>
    <dgm:pt modelId="{2947432A-337B-224A-8F4E-CF099C1E99BC}" type="pres">
      <dgm:prSet presAssocID="{D3FCD842-C7C6-6F4D-A022-D995D13187EB}" presName="conn2-1" presStyleLbl="parChTrans1D3" presStyleIdx="1" presStyleCnt="2"/>
      <dgm:spPr/>
    </dgm:pt>
    <dgm:pt modelId="{82AAA581-2BF7-214C-917B-835A25CC0D50}" type="pres">
      <dgm:prSet presAssocID="{D3FCD842-C7C6-6F4D-A022-D995D13187EB}" presName="connTx" presStyleLbl="parChTrans1D3" presStyleIdx="1" presStyleCnt="2"/>
      <dgm:spPr/>
    </dgm:pt>
    <dgm:pt modelId="{CE8E2EFF-1A27-5741-B196-E7B447197548}" type="pres">
      <dgm:prSet presAssocID="{29476290-E0EC-7D46-94D9-B3129D6394BD}" presName="root2" presStyleCnt="0"/>
      <dgm:spPr/>
    </dgm:pt>
    <dgm:pt modelId="{003BEBFC-7E3B-B846-B6D5-44F33CE1ED9A}" type="pres">
      <dgm:prSet presAssocID="{29476290-E0EC-7D46-94D9-B3129D6394BD}" presName="LevelTwoTextNode" presStyleLbl="node3" presStyleIdx="1" presStyleCnt="2">
        <dgm:presLayoutVars>
          <dgm:chPref val="3"/>
        </dgm:presLayoutVars>
      </dgm:prSet>
      <dgm:spPr/>
    </dgm:pt>
    <dgm:pt modelId="{6AE167C1-FF26-0B42-AF48-6C81DD6A575B}" type="pres">
      <dgm:prSet presAssocID="{29476290-E0EC-7D46-94D9-B3129D6394BD}" presName="level3hierChild" presStyleCnt="0"/>
      <dgm:spPr/>
    </dgm:pt>
    <dgm:pt modelId="{BA575875-597F-2B48-A9C4-F12F58B6833D}" type="pres">
      <dgm:prSet presAssocID="{48DAEC35-DCAF-644C-A71B-21C6E158E74C}" presName="conn2-1" presStyleLbl="parChTrans1D4" presStyleIdx="1" presStyleCnt="2"/>
      <dgm:spPr/>
    </dgm:pt>
    <dgm:pt modelId="{142C803E-7E66-3243-BBE1-361EF8E4CFE8}" type="pres">
      <dgm:prSet presAssocID="{48DAEC35-DCAF-644C-A71B-21C6E158E74C}" presName="connTx" presStyleLbl="parChTrans1D4" presStyleIdx="1" presStyleCnt="2"/>
      <dgm:spPr/>
    </dgm:pt>
    <dgm:pt modelId="{D5ADA774-5510-384F-AAC4-A81DE6BBB960}" type="pres">
      <dgm:prSet presAssocID="{D7ED2E42-89AB-4143-8B47-B86AF9EC93D6}" presName="root2" presStyleCnt="0"/>
      <dgm:spPr/>
    </dgm:pt>
    <dgm:pt modelId="{83F15F7E-2B90-C443-9D8D-34E98632F68B}" type="pres">
      <dgm:prSet presAssocID="{D7ED2E42-89AB-4143-8B47-B86AF9EC93D6}" presName="LevelTwoTextNode" presStyleLbl="node4" presStyleIdx="1" presStyleCnt="2" custScaleX="164968">
        <dgm:presLayoutVars>
          <dgm:chPref val="3"/>
        </dgm:presLayoutVars>
      </dgm:prSet>
      <dgm:spPr/>
    </dgm:pt>
    <dgm:pt modelId="{4DBF8CD5-487C-4D45-97E7-DC40BB548844}" type="pres">
      <dgm:prSet presAssocID="{D7ED2E42-89AB-4143-8B47-B86AF9EC93D6}" presName="level3hierChild" presStyleCnt="0"/>
      <dgm:spPr/>
    </dgm:pt>
  </dgm:ptLst>
  <dgm:cxnLst>
    <dgm:cxn modelId="{E3648711-7518-844C-9FC1-50242B2DC8A8}" type="presOf" srcId="{BA8DD850-E71A-3744-B2BB-499D058E0D46}" destId="{7BE6F506-07C3-CA43-B30A-A83141EFFEF3}" srcOrd="0" destOrd="0" presId="urn:microsoft.com/office/officeart/2005/8/layout/hierarchy2"/>
    <dgm:cxn modelId="{52B9C318-454A-A84E-94D5-E7A613A4FE3C}" srcId="{498E803C-DB35-274D-AEDF-A5F6850F304E}" destId="{7B3A6B1F-5F6A-8D42-A7CD-938E3751B40C}" srcOrd="0" destOrd="0" parTransId="{A2F9F9F6-3318-E748-8EBA-0064BD38958A}" sibTransId="{72C9CA02-E1A6-9A43-A99C-D4EFF704C4EA}"/>
    <dgm:cxn modelId="{AF87431B-8F51-5F45-9BBA-22BE1E61DA78}" type="presOf" srcId="{C5C662AA-37D1-ED4F-AA9F-540294621A15}" destId="{D4DAD887-CFDF-1348-9766-D67805A29E41}" srcOrd="0" destOrd="0" presId="urn:microsoft.com/office/officeart/2005/8/layout/hierarchy2"/>
    <dgm:cxn modelId="{E3AB5B20-D105-4A43-A58C-EF5B171D6C7C}" srcId="{04D7EAFA-EFA8-6D40-8EFA-E64B72AA351B}" destId="{498E803C-DB35-274D-AEDF-A5F6850F304E}" srcOrd="0" destOrd="0" parTransId="{BD6FF0B9-8441-E54A-B381-61382279C9EC}" sibTransId="{C5EABF8A-C991-AF46-8C48-C5BF84DA9D07}"/>
    <dgm:cxn modelId="{F3206D27-7AC9-FF41-B03E-0C0C1D6296B8}" srcId="{7B3A6B1F-5F6A-8D42-A7CD-938E3751B40C}" destId="{B1484B59-362E-3B47-A0EE-CAE348BE4888}" srcOrd="0" destOrd="0" parTransId="{24C99F12-8EE3-5340-BD80-41E7F7A1651C}" sibTransId="{21E89601-E952-7F46-A98F-6F99B6468882}"/>
    <dgm:cxn modelId="{C9DC2831-B0D7-344C-BAD7-AD0D454D7661}" type="presOf" srcId="{D7ED2E42-89AB-4143-8B47-B86AF9EC93D6}" destId="{83F15F7E-2B90-C443-9D8D-34E98632F68B}" srcOrd="0" destOrd="0" presId="urn:microsoft.com/office/officeart/2005/8/layout/hierarchy2"/>
    <dgm:cxn modelId="{DA06DD31-CE2C-B543-84FE-5DAEE5DF1B95}" srcId="{498E803C-DB35-274D-AEDF-A5F6850F304E}" destId="{C5C662AA-37D1-ED4F-AA9F-540294621A15}" srcOrd="1" destOrd="0" parTransId="{F88E0A53-B2C9-2E4A-9032-FD21221E3FCF}" sibTransId="{CD714712-155C-004D-9549-0E648312CD27}"/>
    <dgm:cxn modelId="{98FD9434-65E5-C64D-9102-232860777B66}" type="presOf" srcId="{1BA6BCB2-368C-DB4B-B878-D83577F5D706}" destId="{4F9FC01B-1BDA-A24F-A7EE-884504813230}" srcOrd="0" destOrd="0" presId="urn:microsoft.com/office/officeart/2005/8/layout/hierarchy2"/>
    <dgm:cxn modelId="{F886EF37-FB86-2942-9D47-275F408C3418}" type="presOf" srcId="{498E803C-DB35-274D-AEDF-A5F6850F304E}" destId="{4F8CB630-34C1-5745-90FE-5DCC792BB190}" srcOrd="0" destOrd="0" presId="urn:microsoft.com/office/officeart/2005/8/layout/hierarchy2"/>
    <dgm:cxn modelId="{B346013A-3503-E043-9CF8-99EACCF25F28}" type="presOf" srcId="{D3FCD842-C7C6-6F4D-A022-D995D13187EB}" destId="{2947432A-337B-224A-8F4E-CF099C1E99BC}" srcOrd="0" destOrd="0" presId="urn:microsoft.com/office/officeart/2005/8/layout/hierarchy2"/>
    <dgm:cxn modelId="{6C99733F-5445-C24A-8EAA-9E0C8C41BAC7}" type="presOf" srcId="{D3FCD842-C7C6-6F4D-A022-D995D13187EB}" destId="{82AAA581-2BF7-214C-917B-835A25CC0D50}" srcOrd="1" destOrd="0" presId="urn:microsoft.com/office/officeart/2005/8/layout/hierarchy2"/>
    <dgm:cxn modelId="{9D60DA62-517F-164A-A415-01E019D87272}" type="presOf" srcId="{24C99F12-8EE3-5340-BD80-41E7F7A1651C}" destId="{13977F09-3864-DC4A-96E7-1762D072E830}" srcOrd="0" destOrd="0" presId="urn:microsoft.com/office/officeart/2005/8/layout/hierarchy2"/>
    <dgm:cxn modelId="{C9A90344-CAFB-A043-8F86-C45B3A7E791E}" type="presOf" srcId="{A2F9F9F6-3318-E748-8EBA-0064BD38958A}" destId="{45450EF7-5649-1D43-AA84-109CFDAA5EC8}" srcOrd="0" destOrd="0" presId="urn:microsoft.com/office/officeart/2005/8/layout/hierarchy2"/>
    <dgm:cxn modelId="{3C72D168-57DA-2C49-BED3-F802E5474DED}" type="presOf" srcId="{48DAEC35-DCAF-644C-A71B-21C6E158E74C}" destId="{BA575875-597F-2B48-A9C4-F12F58B6833D}" srcOrd="0" destOrd="0" presId="urn:microsoft.com/office/officeart/2005/8/layout/hierarchy2"/>
    <dgm:cxn modelId="{499E6E4A-B770-AA4D-9B28-58469932BB18}" type="presOf" srcId="{A2F9F9F6-3318-E748-8EBA-0064BD38958A}" destId="{6152CFF1-6DDD-3B41-8BCE-3EE7460C9866}" srcOrd="1" destOrd="0" presId="urn:microsoft.com/office/officeart/2005/8/layout/hierarchy2"/>
    <dgm:cxn modelId="{0004AF4F-8DC7-DD4A-A480-91FAE1F11EF6}" srcId="{29476290-E0EC-7D46-94D9-B3129D6394BD}" destId="{D7ED2E42-89AB-4143-8B47-B86AF9EC93D6}" srcOrd="0" destOrd="0" parTransId="{48DAEC35-DCAF-644C-A71B-21C6E158E74C}" sibTransId="{8571417E-AF9B-1C47-ABCB-D3904CBA75A3}"/>
    <dgm:cxn modelId="{F2B56A52-D6CE-A342-9A63-99CB66EE63B0}" type="presOf" srcId="{F88E0A53-B2C9-2E4A-9032-FD21221E3FCF}" destId="{D7385592-31F0-CD43-948C-04E5D69549C3}" srcOrd="0" destOrd="0" presId="urn:microsoft.com/office/officeart/2005/8/layout/hierarchy2"/>
    <dgm:cxn modelId="{AD7F1A78-6146-BB48-9B0D-9F495D5D92E2}" srcId="{B1484B59-362E-3B47-A0EE-CAE348BE4888}" destId="{1BA6BCB2-368C-DB4B-B878-D83577F5D706}" srcOrd="0" destOrd="0" parTransId="{BA8DD850-E71A-3744-B2BB-499D058E0D46}" sibTransId="{39387CA0-A26C-5447-8AB8-1E3291840D16}"/>
    <dgm:cxn modelId="{1EAEE75A-10B7-A041-ABFF-DF155A168C24}" type="presOf" srcId="{24C99F12-8EE3-5340-BD80-41E7F7A1651C}" destId="{8D69BBD1-DAA6-0C47-AEF5-BF6C6BD2B952}" srcOrd="1" destOrd="0" presId="urn:microsoft.com/office/officeart/2005/8/layout/hierarchy2"/>
    <dgm:cxn modelId="{F12896A9-7EA2-9F46-BDB3-697A48C4897D}" type="presOf" srcId="{B1484B59-362E-3B47-A0EE-CAE348BE4888}" destId="{9B2D099B-33E1-A148-96C2-7DB7F4E02F11}" srcOrd="0" destOrd="0" presId="urn:microsoft.com/office/officeart/2005/8/layout/hierarchy2"/>
    <dgm:cxn modelId="{24C264AF-4C90-5343-9CDC-DAC5E5C5D93D}" type="presOf" srcId="{48DAEC35-DCAF-644C-A71B-21C6E158E74C}" destId="{142C803E-7E66-3243-BBE1-361EF8E4CFE8}" srcOrd="1" destOrd="0" presId="urn:microsoft.com/office/officeart/2005/8/layout/hierarchy2"/>
    <dgm:cxn modelId="{9A9769BC-CE7F-4A41-ADBE-24D5DA199AB5}" type="presOf" srcId="{F88E0A53-B2C9-2E4A-9032-FD21221E3FCF}" destId="{C6BF4202-F367-D844-B08A-8DD71F44CB47}" srcOrd="1" destOrd="0" presId="urn:microsoft.com/office/officeart/2005/8/layout/hierarchy2"/>
    <dgm:cxn modelId="{F25871C2-3E4A-C64D-8B70-65816818B327}" type="presOf" srcId="{7B3A6B1F-5F6A-8D42-A7CD-938E3751B40C}" destId="{6EFAC5DF-F2EB-D94D-A000-7F493AB575A2}" srcOrd="0" destOrd="0" presId="urn:microsoft.com/office/officeart/2005/8/layout/hierarchy2"/>
    <dgm:cxn modelId="{2DB1ECCB-FF1B-8A4B-BCFE-457552E695EC}" srcId="{C5C662AA-37D1-ED4F-AA9F-540294621A15}" destId="{29476290-E0EC-7D46-94D9-B3129D6394BD}" srcOrd="0" destOrd="0" parTransId="{D3FCD842-C7C6-6F4D-A022-D995D13187EB}" sibTransId="{293A1F1B-E596-D84A-B595-410371AA5A21}"/>
    <dgm:cxn modelId="{2AB65BD2-6ABD-D445-AEB9-137B072E8C78}" type="presOf" srcId="{29476290-E0EC-7D46-94D9-B3129D6394BD}" destId="{003BEBFC-7E3B-B846-B6D5-44F33CE1ED9A}" srcOrd="0" destOrd="0" presId="urn:microsoft.com/office/officeart/2005/8/layout/hierarchy2"/>
    <dgm:cxn modelId="{1252AAD6-6C54-E14A-BAFE-2B7A45F46789}" type="presOf" srcId="{BA8DD850-E71A-3744-B2BB-499D058E0D46}" destId="{8BDBD159-C37F-0446-AA2E-B4C07DBEF53F}" srcOrd="1" destOrd="0" presId="urn:microsoft.com/office/officeart/2005/8/layout/hierarchy2"/>
    <dgm:cxn modelId="{AD3BCAE2-EC89-6243-B88D-B59E20E6BD5F}" type="presOf" srcId="{04D7EAFA-EFA8-6D40-8EFA-E64B72AA351B}" destId="{E8F10680-FB28-2846-AE75-5D34DD12F45D}" srcOrd="0" destOrd="0" presId="urn:microsoft.com/office/officeart/2005/8/layout/hierarchy2"/>
    <dgm:cxn modelId="{FB911A4F-93CF-0746-9FAC-1EDE4F8CBAD5}" type="presParOf" srcId="{E8F10680-FB28-2846-AE75-5D34DD12F45D}" destId="{7F1FAB8E-D352-864B-9915-CC06BB9C7C3E}" srcOrd="0" destOrd="0" presId="urn:microsoft.com/office/officeart/2005/8/layout/hierarchy2"/>
    <dgm:cxn modelId="{B90903ED-2211-3341-8050-5C49BD7EA905}" type="presParOf" srcId="{7F1FAB8E-D352-864B-9915-CC06BB9C7C3E}" destId="{4F8CB630-34C1-5745-90FE-5DCC792BB190}" srcOrd="0" destOrd="0" presId="urn:microsoft.com/office/officeart/2005/8/layout/hierarchy2"/>
    <dgm:cxn modelId="{69F14B7D-B7DF-3C49-8494-FEB867679BF3}" type="presParOf" srcId="{7F1FAB8E-D352-864B-9915-CC06BB9C7C3E}" destId="{AA78AF53-29AB-B94D-AEBE-0789A4BA1AA5}" srcOrd="1" destOrd="0" presId="urn:microsoft.com/office/officeart/2005/8/layout/hierarchy2"/>
    <dgm:cxn modelId="{D34B6F14-77C8-BC46-9C21-BB2172CA8471}" type="presParOf" srcId="{AA78AF53-29AB-B94D-AEBE-0789A4BA1AA5}" destId="{45450EF7-5649-1D43-AA84-109CFDAA5EC8}" srcOrd="0" destOrd="0" presId="urn:microsoft.com/office/officeart/2005/8/layout/hierarchy2"/>
    <dgm:cxn modelId="{8DB44649-1F8F-D942-9DD6-C57F5314AA62}" type="presParOf" srcId="{45450EF7-5649-1D43-AA84-109CFDAA5EC8}" destId="{6152CFF1-6DDD-3B41-8BCE-3EE7460C9866}" srcOrd="0" destOrd="0" presId="urn:microsoft.com/office/officeart/2005/8/layout/hierarchy2"/>
    <dgm:cxn modelId="{85C0FC3F-F14E-3A41-8ACA-8DFC3F536A39}" type="presParOf" srcId="{AA78AF53-29AB-B94D-AEBE-0789A4BA1AA5}" destId="{ABBE937F-7611-244B-B6F0-C638CDC561B6}" srcOrd="1" destOrd="0" presId="urn:microsoft.com/office/officeart/2005/8/layout/hierarchy2"/>
    <dgm:cxn modelId="{6580FDCB-F381-3449-B313-4C92509E76C2}" type="presParOf" srcId="{ABBE937F-7611-244B-B6F0-C638CDC561B6}" destId="{6EFAC5DF-F2EB-D94D-A000-7F493AB575A2}" srcOrd="0" destOrd="0" presId="urn:microsoft.com/office/officeart/2005/8/layout/hierarchy2"/>
    <dgm:cxn modelId="{46C099B2-BC55-7443-9136-CB79512F6652}" type="presParOf" srcId="{ABBE937F-7611-244B-B6F0-C638CDC561B6}" destId="{2153B802-CB0F-5448-8C08-DF9DEF63E98C}" srcOrd="1" destOrd="0" presId="urn:microsoft.com/office/officeart/2005/8/layout/hierarchy2"/>
    <dgm:cxn modelId="{D20CEBC7-C039-9D42-90CC-FCE059F2E978}" type="presParOf" srcId="{2153B802-CB0F-5448-8C08-DF9DEF63E98C}" destId="{13977F09-3864-DC4A-96E7-1762D072E830}" srcOrd="0" destOrd="0" presId="urn:microsoft.com/office/officeart/2005/8/layout/hierarchy2"/>
    <dgm:cxn modelId="{45DA4D05-F939-6546-B45E-52A3BD4C381E}" type="presParOf" srcId="{13977F09-3864-DC4A-96E7-1762D072E830}" destId="{8D69BBD1-DAA6-0C47-AEF5-BF6C6BD2B952}" srcOrd="0" destOrd="0" presId="urn:microsoft.com/office/officeart/2005/8/layout/hierarchy2"/>
    <dgm:cxn modelId="{AD79D68F-29FB-4D43-B19B-6CC75B545AD8}" type="presParOf" srcId="{2153B802-CB0F-5448-8C08-DF9DEF63E98C}" destId="{DD95C95C-3C7E-E947-8CC4-CEE61869BEDD}" srcOrd="1" destOrd="0" presId="urn:microsoft.com/office/officeart/2005/8/layout/hierarchy2"/>
    <dgm:cxn modelId="{4EA1D566-F17A-9246-B524-69BBB06E7C58}" type="presParOf" srcId="{DD95C95C-3C7E-E947-8CC4-CEE61869BEDD}" destId="{9B2D099B-33E1-A148-96C2-7DB7F4E02F11}" srcOrd="0" destOrd="0" presId="urn:microsoft.com/office/officeart/2005/8/layout/hierarchy2"/>
    <dgm:cxn modelId="{F7A37E90-0888-A744-AC31-4166834B94DB}" type="presParOf" srcId="{DD95C95C-3C7E-E947-8CC4-CEE61869BEDD}" destId="{3DC85751-6F2F-FD4C-B341-9911C6A21AD7}" srcOrd="1" destOrd="0" presId="urn:microsoft.com/office/officeart/2005/8/layout/hierarchy2"/>
    <dgm:cxn modelId="{A7880005-7B1D-4B4C-9E72-E786E4C88486}" type="presParOf" srcId="{3DC85751-6F2F-FD4C-B341-9911C6A21AD7}" destId="{7BE6F506-07C3-CA43-B30A-A83141EFFEF3}" srcOrd="0" destOrd="0" presId="urn:microsoft.com/office/officeart/2005/8/layout/hierarchy2"/>
    <dgm:cxn modelId="{3D943F66-F30F-B341-B5F0-03AFD40AF55E}" type="presParOf" srcId="{7BE6F506-07C3-CA43-B30A-A83141EFFEF3}" destId="{8BDBD159-C37F-0446-AA2E-B4C07DBEF53F}" srcOrd="0" destOrd="0" presId="urn:microsoft.com/office/officeart/2005/8/layout/hierarchy2"/>
    <dgm:cxn modelId="{E67EFB0D-6746-694C-A6AC-14C2E6E96C7B}" type="presParOf" srcId="{3DC85751-6F2F-FD4C-B341-9911C6A21AD7}" destId="{D9C456B0-079E-5544-8528-D7AA953FE37B}" srcOrd="1" destOrd="0" presId="urn:microsoft.com/office/officeart/2005/8/layout/hierarchy2"/>
    <dgm:cxn modelId="{C9A061B5-467E-BE43-88FF-45D205EEE0D1}" type="presParOf" srcId="{D9C456B0-079E-5544-8528-D7AA953FE37B}" destId="{4F9FC01B-1BDA-A24F-A7EE-884504813230}" srcOrd="0" destOrd="0" presId="urn:microsoft.com/office/officeart/2005/8/layout/hierarchy2"/>
    <dgm:cxn modelId="{1F917340-FC38-B44E-86C6-9053181603C6}" type="presParOf" srcId="{D9C456B0-079E-5544-8528-D7AA953FE37B}" destId="{216747D6-43DF-D348-85D4-73A8257056B7}" srcOrd="1" destOrd="0" presId="urn:microsoft.com/office/officeart/2005/8/layout/hierarchy2"/>
    <dgm:cxn modelId="{70EDC6F7-59FB-7B46-BEE1-91E428E9B001}" type="presParOf" srcId="{AA78AF53-29AB-B94D-AEBE-0789A4BA1AA5}" destId="{D7385592-31F0-CD43-948C-04E5D69549C3}" srcOrd="2" destOrd="0" presId="urn:microsoft.com/office/officeart/2005/8/layout/hierarchy2"/>
    <dgm:cxn modelId="{77BD9106-1A86-B445-B97B-A75F1783BF4E}" type="presParOf" srcId="{D7385592-31F0-CD43-948C-04E5D69549C3}" destId="{C6BF4202-F367-D844-B08A-8DD71F44CB47}" srcOrd="0" destOrd="0" presId="urn:microsoft.com/office/officeart/2005/8/layout/hierarchy2"/>
    <dgm:cxn modelId="{45BF9378-C92B-FC4D-AB52-73AA621F47BB}" type="presParOf" srcId="{AA78AF53-29AB-B94D-AEBE-0789A4BA1AA5}" destId="{A60C5121-1FEC-7644-A911-3B3BF757C7F5}" srcOrd="3" destOrd="0" presId="urn:microsoft.com/office/officeart/2005/8/layout/hierarchy2"/>
    <dgm:cxn modelId="{2366FE9A-26B6-084F-9851-EC8AABEA1E51}" type="presParOf" srcId="{A60C5121-1FEC-7644-A911-3B3BF757C7F5}" destId="{D4DAD887-CFDF-1348-9766-D67805A29E41}" srcOrd="0" destOrd="0" presId="urn:microsoft.com/office/officeart/2005/8/layout/hierarchy2"/>
    <dgm:cxn modelId="{9C3664E8-764E-DF47-BEC8-98975CF723ED}" type="presParOf" srcId="{A60C5121-1FEC-7644-A911-3B3BF757C7F5}" destId="{C09864DE-C990-2743-B71C-E7927F69978F}" srcOrd="1" destOrd="0" presId="urn:microsoft.com/office/officeart/2005/8/layout/hierarchy2"/>
    <dgm:cxn modelId="{D77C817B-58CE-1F44-A403-ACF5F0AC41CB}" type="presParOf" srcId="{C09864DE-C990-2743-B71C-E7927F69978F}" destId="{2947432A-337B-224A-8F4E-CF099C1E99BC}" srcOrd="0" destOrd="0" presId="urn:microsoft.com/office/officeart/2005/8/layout/hierarchy2"/>
    <dgm:cxn modelId="{6BAD5AE8-0A22-9143-A5E1-7493E599E3F7}" type="presParOf" srcId="{2947432A-337B-224A-8F4E-CF099C1E99BC}" destId="{82AAA581-2BF7-214C-917B-835A25CC0D50}" srcOrd="0" destOrd="0" presId="urn:microsoft.com/office/officeart/2005/8/layout/hierarchy2"/>
    <dgm:cxn modelId="{1E270716-474F-CA4A-8127-04D6C809ED9A}" type="presParOf" srcId="{C09864DE-C990-2743-B71C-E7927F69978F}" destId="{CE8E2EFF-1A27-5741-B196-E7B447197548}" srcOrd="1" destOrd="0" presId="urn:microsoft.com/office/officeart/2005/8/layout/hierarchy2"/>
    <dgm:cxn modelId="{BE3C01DA-62B4-8A44-BA6E-78C72F161394}" type="presParOf" srcId="{CE8E2EFF-1A27-5741-B196-E7B447197548}" destId="{003BEBFC-7E3B-B846-B6D5-44F33CE1ED9A}" srcOrd="0" destOrd="0" presId="urn:microsoft.com/office/officeart/2005/8/layout/hierarchy2"/>
    <dgm:cxn modelId="{6D66D162-77A8-4146-B54C-75EE8DC3C932}" type="presParOf" srcId="{CE8E2EFF-1A27-5741-B196-E7B447197548}" destId="{6AE167C1-FF26-0B42-AF48-6C81DD6A575B}" srcOrd="1" destOrd="0" presId="urn:microsoft.com/office/officeart/2005/8/layout/hierarchy2"/>
    <dgm:cxn modelId="{0A521A2A-F3CA-1144-8C22-766E7AE554ED}" type="presParOf" srcId="{6AE167C1-FF26-0B42-AF48-6C81DD6A575B}" destId="{BA575875-597F-2B48-A9C4-F12F58B6833D}" srcOrd="0" destOrd="0" presId="urn:microsoft.com/office/officeart/2005/8/layout/hierarchy2"/>
    <dgm:cxn modelId="{0F06306A-F9C9-104A-8B56-B15C3A873DDE}" type="presParOf" srcId="{BA575875-597F-2B48-A9C4-F12F58B6833D}" destId="{142C803E-7E66-3243-BBE1-361EF8E4CFE8}" srcOrd="0" destOrd="0" presId="urn:microsoft.com/office/officeart/2005/8/layout/hierarchy2"/>
    <dgm:cxn modelId="{48E9CBC3-75B0-8749-8D1F-0BC6E54C9222}" type="presParOf" srcId="{6AE167C1-FF26-0B42-AF48-6C81DD6A575B}" destId="{D5ADA774-5510-384F-AAC4-A81DE6BBB960}" srcOrd="1" destOrd="0" presId="urn:microsoft.com/office/officeart/2005/8/layout/hierarchy2"/>
    <dgm:cxn modelId="{B97BDCCA-8E63-5A43-ABB6-1F3C482420C1}" type="presParOf" srcId="{D5ADA774-5510-384F-AAC4-A81DE6BBB960}" destId="{83F15F7E-2B90-C443-9D8D-34E98632F68B}" srcOrd="0" destOrd="0" presId="urn:microsoft.com/office/officeart/2005/8/layout/hierarchy2"/>
    <dgm:cxn modelId="{9C33D682-64ED-1C45-967E-1176B11A544B}" type="presParOf" srcId="{D5ADA774-5510-384F-AAC4-A81DE6BBB960}" destId="{4DBF8CD5-487C-4D45-97E7-DC40BB54884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A86F45-71BF-FD4E-A597-15A4043741AE}" type="doc">
      <dgm:prSet loTypeId="urn:microsoft.com/office/officeart/2005/8/layout/hierarchy6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A11D2F1E-8450-FA4F-9728-251BF8601E9F}">
      <dgm:prSet phldrT="[Text]" custT="1"/>
      <dgm:spPr>
        <a:solidFill>
          <a:srgbClr val="00B0F0"/>
        </a:solidFill>
      </dgm:spPr>
      <dgm:t>
        <a:bodyPr/>
        <a:lstStyle/>
        <a:p>
          <a:r>
            <a:rPr lang="en-GB" sz="1400" b="1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html</a:t>
          </a:r>
        </a:p>
      </dgm:t>
    </dgm:pt>
    <dgm:pt modelId="{1D8DC09B-741E-BA46-91DB-F44EFF0937CB}" type="parTrans" cxnId="{418D7132-E42D-7947-9EDC-B3C102533535}">
      <dgm:prSet/>
      <dgm:spPr/>
      <dgm:t>
        <a:bodyPr/>
        <a:lstStyle/>
        <a:p>
          <a:endParaRPr lang="en-GB"/>
        </a:p>
      </dgm:t>
    </dgm:pt>
    <dgm:pt modelId="{E07A4BEB-8F9F-8E4E-A24C-FB02A217D639}" type="sibTrans" cxnId="{418D7132-E42D-7947-9EDC-B3C102533535}">
      <dgm:prSet/>
      <dgm:spPr/>
      <dgm:t>
        <a:bodyPr/>
        <a:lstStyle/>
        <a:p>
          <a:endParaRPr lang="en-GB"/>
        </a:p>
      </dgm:t>
    </dgm:pt>
    <dgm:pt modelId="{C13E7B69-346E-D646-8532-58188F092F01}">
      <dgm:prSet phldrT="[Text]" custT="1"/>
      <dgm:spPr>
        <a:solidFill>
          <a:srgbClr val="00B050"/>
        </a:solidFill>
      </dgm:spPr>
      <dgm:t>
        <a:bodyPr/>
        <a:lstStyle/>
        <a:p>
          <a:r>
            <a:rPr lang="en-GB" sz="1400" b="1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head</a:t>
          </a:r>
        </a:p>
      </dgm:t>
    </dgm:pt>
    <dgm:pt modelId="{0B1B51EF-6598-7E42-B9C6-AEF128D667CC}" type="parTrans" cxnId="{72B516CF-15D8-1946-B815-16F206A592B7}">
      <dgm:prSet/>
      <dgm:spPr>
        <a:ln w="19050">
          <a:solidFill>
            <a:srgbClr val="00B05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106E4EE9-8BC9-F84D-9174-4F947574E90A}" type="sibTrans" cxnId="{72B516CF-15D8-1946-B815-16F206A592B7}">
      <dgm:prSet/>
      <dgm:spPr/>
      <dgm:t>
        <a:bodyPr/>
        <a:lstStyle/>
        <a:p>
          <a:endParaRPr lang="en-GB"/>
        </a:p>
      </dgm:t>
    </dgm:pt>
    <dgm:pt modelId="{283A16BE-A5F0-DD45-8D00-B50ADCAE34F3}">
      <dgm:prSet phldrT="[Text]" custT="1"/>
      <dgm:spPr>
        <a:solidFill>
          <a:srgbClr val="FFC000"/>
        </a:solidFill>
      </dgm:spPr>
      <dgm:t>
        <a:bodyPr/>
        <a:lstStyle/>
        <a:p>
          <a:r>
            <a:rPr lang="en-GB" sz="1200" b="1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title</a:t>
          </a:r>
        </a:p>
      </dgm:t>
    </dgm:pt>
    <dgm:pt modelId="{55608D62-F69B-7F40-8BCD-C74490EF4F2E}" type="parTrans" cxnId="{C4C0EF87-0137-FB43-A0F1-15DE3A525616}">
      <dgm:prSet/>
      <dgm:spPr>
        <a:ln w="25400">
          <a:solidFill>
            <a:srgbClr val="FFC00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B40EA5DF-4041-FF4E-AEE8-4F414193E501}" type="sibTrans" cxnId="{C4C0EF87-0137-FB43-A0F1-15DE3A525616}">
      <dgm:prSet/>
      <dgm:spPr/>
      <dgm:t>
        <a:bodyPr/>
        <a:lstStyle/>
        <a:p>
          <a:endParaRPr lang="en-GB"/>
        </a:p>
      </dgm:t>
    </dgm:pt>
    <dgm:pt modelId="{FE0E7B52-DA2F-944A-83EF-D0F08B6D9BB5}">
      <dgm:prSet phldrT="[Text]" custT="1"/>
      <dgm:spPr>
        <a:solidFill>
          <a:srgbClr val="00B050"/>
        </a:solidFill>
      </dgm:spPr>
      <dgm:t>
        <a:bodyPr/>
        <a:lstStyle/>
        <a:p>
          <a:r>
            <a:rPr lang="en-GB" sz="1400" b="1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body</a:t>
          </a:r>
        </a:p>
      </dgm:t>
    </dgm:pt>
    <dgm:pt modelId="{C43D0627-BDEB-C642-B48D-E2D54FF3932E}" type="parTrans" cxnId="{91A15E43-92AC-BA4E-8CB4-B0B18A0B0B45}">
      <dgm:prSet/>
      <dgm:spPr>
        <a:ln w="19050">
          <a:solidFill>
            <a:srgbClr val="00B05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2A2325D8-891D-AD4A-999F-5CA6336C2C23}" type="sibTrans" cxnId="{91A15E43-92AC-BA4E-8CB4-B0B18A0B0B45}">
      <dgm:prSet/>
      <dgm:spPr/>
      <dgm:t>
        <a:bodyPr/>
        <a:lstStyle/>
        <a:p>
          <a:endParaRPr lang="en-GB"/>
        </a:p>
      </dgm:t>
    </dgm:pt>
    <dgm:pt modelId="{1BF78037-92A9-A84C-8A1A-FB75853B2EDA}">
      <dgm:prSet phldrT="[Text]" custT="1"/>
      <dgm:spPr>
        <a:solidFill>
          <a:srgbClr val="FFC000"/>
        </a:solidFill>
      </dgm:spPr>
      <dgm:t>
        <a:bodyPr/>
        <a:lstStyle/>
        <a:p>
          <a:r>
            <a:rPr lang="en-GB" sz="1200" b="1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header</a:t>
          </a:r>
        </a:p>
      </dgm:t>
    </dgm:pt>
    <dgm:pt modelId="{3629DFD0-1D00-2F4A-A7F1-838ED946DA43}" type="parTrans" cxnId="{1EBF1054-A872-5847-933A-2F20EA9DF34F}">
      <dgm:prSet/>
      <dgm:spPr>
        <a:ln w="25400">
          <a:solidFill>
            <a:srgbClr val="FFC00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0138363B-90A8-F44E-87BF-A42D07296B79}" type="sibTrans" cxnId="{1EBF1054-A872-5847-933A-2F20EA9DF34F}">
      <dgm:prSet/>
      <dgm:spPr/>
      <dgm:t>
        <a:bodyPr/>
        <a:lstStyle/>
        <a:p>
          <a:endParaRPr lang="en-GB"/>
        </a:p>
      </dgm:t>
    </dgm:pt>
    <dgm:pt modelId="{FFB6CE4B-0513-3C40-9506-788BB5DC1D8A}">
      <dgm:prSet phldrT="[Text]" custT="1"/>
      <dgm:spPr>
        <a:solidFill>
          <a:srgbClr val="C00000"/>
        </a:solidFill>
      </dgm:spPr>
      <dgm:t>
        <a:bodyPr/>
        <a:lstStyle/>
        <a:p>
          <a:r>
            <a:rPr lang="en-GB" sz="110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h1</a:t>
          </a:r>
        </a:p>
      </dgm:t>
    </dgm:pt>
    <dgm:pt modelId="{86B9FB1D-DA59-0E4F-B808-0D92FA098B6B}" type="parTrans" cxnId="{FC0EEBCF-68DC-A744-9E28-9CE351607544}">
      <dgm:prSet/>
      <dgm:spPr>
        <a:ln w="25400">
          <a:solidFill>
            <a:srgbClr val="FF000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DDA1E106-DEEC-8748-9C57-B57E0BCCB17B}" type="sibTrans" cxnId="{FC0EEBCF-68DC-A744-9E28-9CE351607544}">
      <dgm:prSet/>
      <dgm:spPr/>
      <dgm:t>
        <a:bodyPr/>
        <a:lstStyle/>
        <a:p>
          <a:endParaRPr lang="en-GB"/>
        </a:p>
      </dgm:t>
    </dgm:pt>
    <dgm:pt modelId="{8F514BF0-2C8C-6349-919B-A90AD9F12F73}">
      <dgm:prSet phldrT="[Text]" custT="1"/>
      <dgm:spPr>
        <a:solidFill>
          <a:srgbClr val="FFC000"/>
        </a:solidFill>
      </dgm:spPr>
      <dgm:t>
        <a:bodyPr/>
        <a:lstStyle/>
        <a:p>
          <a:r>
            <a:rPr lang="en-GB" sz="1200" b="1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nav</a:t>
          </a:r>
        </a:p>
      </dgm:t>
    </dgm:pt>
    <dgm:pt modelId="{FA067730-CA1A-A644-84D6-9E87C181EA9E}" type="parTrans" cxnId="{DAFBFEC0-8AF7-6E4C-B538-1E83280ABD6F}">
      <dgm:prSet/>
      <dgm:spPr>
        <a:ln w="25400">
          <a:solidFill>
            <a:srgbClr val="FFC00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F4DD9E4B-FCF3-0B44-B96E-9EB706F5EDD2}" type="sibTrans" cxnId="{DAFBFEC0-8AF7-6E4C-B538-1E83280ABD6F}">
      <dgm:prSet/>
      <dgm:spPr/>
      <dgm:t>
        <a:bodyPr/>
        <a:lstStyle/>
        <a:p>
          <a:endParaRPr lang="en-GB"/>
        </a:p>
      </dgm:t>
    </dgm:pt>
    <dgm:pt modelId="{C21EC14D-1463-A146-A0A0-B62915B0498F}">
      <dgm:prSet phldrT="[Text]" custT="1"/>
      <dgm:spPr>
        <a:solidFill>
          <a:srgbClr val="C00000"/>
        </a:solidFill>
      </dgm:spPr>
      <dgm:t>
        <a:bodyPr/>
        <a:lstStyle/>
        <a:p>
          <a:r>
            <a:rPr lang="en-GB" sz="1100" b="1" dirty="0" err="1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ul</a:t>
          </a:r>
          <a:endParaRPr lang="en-GB" sz="1100" b="1" dirty="0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CE660CCF-0132-DA4B-AC62-8451BA715724}" type="parTrans" cxnId="{00B1C59E-2B8E-E042-9B42-F1BFDEA3B356}">
      <dgm:prSet/>
      <dgm:spPr>
        <a:ln w="25400">
          <a:solidFill>
            <a:srgbClr val="FF000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F1688DE6-D70A-5947-AD6B-AB6595867551}" type="sibTrans" cxnId="{00B1C59E-2B8E-E042-9B42-F1BFDEA3B356}">
      <dgm:prSet/>
      <dgm:spPr/>
      <dgm:t>
        <a:bodyPr/>
        <a:lstStyle/>
        <a:p>
          <a:endParaRPr lang="en-GB"/>
        </a:p>
      </dgm:t>
    </dgm:pt>
    <dgm:pt modelId="{C9816049-AEF9-B846-923A-47E88F0B4AD0}">
      <dgm:prSet phldrT="[Text]" custT="1"/>
      <dgm:spPr>
        <a:solidFill>
          <a:srgbClr val="7030A0"/>
        </a:solidFill>
      </dgm:spPr>
      <dgm:t>
        <a:bodyPr/>
        <a:lstStyle/>
        <a:p>
          <a:r>
            <a:rPr lang="en-GB" sz="105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li</a:t>
          </a:r>
        </a:p>
      </dgm:t>
    </dgm:pt>
    <dgm:pt modelId="{AE224537-E7E3-1847-8653-E51F413030B6}" type="parTrans" cxnId="{535FFE91-93D0-2C43-A11A-B20683D93BA6}">
      <dgm:prSet/>
      <dgm:spPr>
        <a:ln w="25400">
          <a:solidFill>
            <a:srgbClr val="7030A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288DC2D7-B521-CE45-ABAC-4341C9A7063E}" type="sibTrans" cxnId="{535FFE91-93D0-2C43-A11A-B20683D93BA6}">
      <dgm:prSet/>
      <dgm:spPr/>
      <dgm:t>
        <a:bodyPr/>
        <a:lstStyle/>
        <a:p>
          <a:endParaRPr lang="en-GB"/>
        </a:p>
      </dgm:t>
    </dgm:pt>
    <dgm:pt modelId="{7C2CEFF1-B82E-3F47-A816-FA9FFAFFB666}">
      <dgm:prSet phldrT="[Text]" custT="1"/>
      <dgm:spPr>
        <a:solidFill>
          <a:srgbClr val="0070C0"/>
        </a:solidFill>
      </dgm:spPr>
      <dgm:t>
        <a:bodyPr/>
        <a:lstStyle/>
        <a:p>
          <a:r>
            <a:rPr lang="en-GB" sz="100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a</a:t>
          </a:r>
        </a:p>
      </dgm:t>
    </dgm:pt>
    <dgm:pt modelId="{FA317132-224B-E348-844C-766663AC9803}" type="parTrans" cxnId="{82B2E3DB-291E-164D-9A5C-334F7D01F3E4}">
      <dgm:prSet/>
      <dgm:spPr>
        <a:ln w="25400">
          <a:solidFill>
            <a:srgbClr val="0070C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88FF4075-D889-0A40-88A5-6E5F6BEF8C74}" type="sibTrans" cxnId="{82B2E3DB-291E-164D-9A5C-334F7D01F3E4}">
      <dgm:prSet/>
      <dgm:spPr/>
      <dgm:t>
        <a:bodyPr/>
        <a:lstStyle/>
        <a:p>
          <a:endParaRPr lang="en-GB"/>
        </a:p>
      </dgm:t>
    </dgm:pt>
    <dgm:pt modelId="{173764D8-48E4-C64E-A1EA-7CB334793C2A}">
      <dgm:prSet phldrT="[Text]" custT="1"/>
      <dgm:spPr>
        <a:solidFill>
          <a:srgbClr val="7030A0"/>
        </a:solidFill>
      </dgm:spPr>
      <dgm:t>
        <a:bodyPr/>
        <a:lstStyle/>
        <a:p>
          <a:r>
            <a:rPr lang="en-GB" sz="105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li</a:t>
          </a:r>
        </a:p>
      </dgm:t>
    </dgm:pt>
    <dgm:pt modelId="{2672D2EE-6D58-994C-85A7-46126A487014}" type="parTrans" cxnId="{4985F2BE-4639-5045-85E3-504DFA57FF98}">
      <dgm:prSet/>
      <dgm:spPr>
        <a:ln w="25400">
          <a:solidFill>
            <a:srgbClr val="7030A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6910F3EF-B308-FE47-9822-746E9E5DF7D9}" type="sibTrans" cxnId="{4985F2BE-4639-5045-85E3-504DFA57FF98}">
      <dgm:prSet/>
      <dgm:spPr/>
      <dgm:t>
        <a:bodyPr/>
        <a:lstStyle/>
        <a:p>
          <a:endParaRPr lang="en-GB"/>
        </a:p>
      </dgm:t>
    </dgm:pt>
    <dgm:pt modelId="{EFD88A32-FB6A-CE4F-8C3D-2D3836438108}">
      <dgm:prSet phldrT="[Text]" custT="1"/>
      <dgm:spPr>
        <a:solidFill>
          <a:srgbClr val="0070C0"/>
        </a:solidFill>
      </dgm:spPr>
      <dgm:t>
        <a:bodyPr/>
        <a:lstStyle/>
        <a:p>
          <a:r>
            <a:rPr lang="en-GB" sz="100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a</a:t>
          </a:r>
        </a:p>
      </dgm:t>
    </dgm:pt>
    <dgm:pt modelId="{4D96C689-7438-0748-A082-95854DD4E209}" type="parTrans" cxnId="{F2B92C55-064A-634A-98C0-589E4CA72237}">
      <dgm:prSet/>
      <dgm:spPr>
        <a:ln w="25400">
          <a:solidFill>
            <a:srgbClr val="0070C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8C28F546-88CA-8246-9DAB-C27589B16AE5}" type="sibTrans" cxnId="{F2B92C55-064A-634A-98C0-589E4CA72237}">
      <dgm:prSet/>
      <dgm:spPr/>
      <dgm:t>
        <a:bodyPr/>
        <a:lstStyle/>
        <a:p>
          <a:endParaRPr lang="en-GB"/>
        </a:p>
      </dgm:t>
    </dgm:pt>
    <dgm:pt modelId="{8DBF789C-92BE-7745-A958-A96038304AF8}">
      <dgm:prSet phldrT="[Text]" custT="1"/>
      <dgm:spPr>
        <a:solidFill>
          <a:srgbClr val="7030A0"/>
        </a:solidFill>
      </dgm:spPr>
      <dgm:t>
        <a:bodyPr/>
        <a:lstStyle/>
        <a:p>
          <a:r>
            <a:rPr lang="en-GB" sz="105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li</a:t>
          </a:r>
        </a:p>
      </dgm:t>
    </dgm:pt>
    <dgm:pt modelId="{E3E9E930-16F9-5342-96F4-C55358DF2F53}" type="parTrans" cxnId="{92845F5B-A571-5146-990D-96060C1AB948}">
      <dgm:prSet/>
      <dgm:spPr>
        <a:ln w="25400">
          <a:solidFill>
            <a:srgbClr val="7030A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7A2EC728-130E-C542-B675-3BAE30650025}" type="sibTrans" cxnId="{92845F5B-A571-5146-990D-96060C1AB948}">
      <dgm:prSet/>
      <dgm:spPr/>
      <dgm:t>
        <a:bodyPr/>
        <a:lstStyle/>
        <a:p>
          <a:endParaRPr lang="en-GB"/>
        </a:p>
      </dgm:t>
    </dgm:pt>
    <dgm:pt modelId="{66CB189C-F2C1-8D49-B163-7A85C34AD174}">
      <dgm:prSet phldrT="[Text]" custT="1"/>
      <dgm:spPr>
        <a:solidFill>
          <a:srgbClr val="0070C0"/>
        </a:solidFill>
      </dgm:spPr>
      <dgm:t>
        <a:bodyPr/>
        <a:lstStyle/>
        <a:p>
          <a:r>
            <a:rPr lang="en-GB" sz="100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a</a:t>
          </a:r>
        </a:p>
      </dgm:t>
    </dgm:pt>
    <dgm:pt modelId="{D7A7D2ED-6E06-3248-8AE9-CF9725F46E7E}" type="parTrans" cxnId="{DC1A0654-FFC1-964F-B27A-D2E2A8FE6E95}">
      <dgm:prSet/>
      <dgm:spPr>
        <a:ln w="25400">
          <a:solidFill>
            <a:srgbClr val="0070C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87571409-65B0-7148-A984-EE83FC5B4070}" type="sibTrans" cxnId="{DC1A0654-FFC1-964F-B27A-D2E2A8FE6E95}">
      <dgm:prSet/>
      <dgm:spPr/>
      <dgm:t>
        <a:bodyPr/>
        <a:lstStyle/>
        <a:p>
          <a:endParaRPr lang="en-GB"/>
        </a:p>
      </dgm:t>
    </dgm:pt>
    <dgm:pt modelId="{7A533226-8A20-7D44-9E10-93B436BAF792}">
      <dgm:prSet phldrT="[Text]" custT="1"/>
      <dgm:spPr>
        <a:solidFill>
          <a:srgbClr val="FFC000"/>
        </a:solidFill>
      </dgm:spPr>
      <dgm:t>
        <a:bodyPr/>
        <a:lstStyle/>
        <a:p>
          <a:r>
            <a:rPr lang="en-GB" sz="1200" b="1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main</a:t>
          </a:r>
        </a:p>
      </dgm:t>
    </dgm:pt>
    <dgm:pt modelId="{2862B85C-7ED1-DF46-8BFF-167CC956295F}" type="parTrans" cxnId="{357855C5-455B-4F44-86EC-7094CB00EF76}">
      <dgm:prSet/>
      <dgm:spPr>
        <a:ln w="25400">
          <a:solidFill>
            <a:srgbClr val="FFC00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7AE64C54-7591-584D-B43F-B5117EF52B58}" type="sibTrans" cxnId="{357855C5-455B-4F44-86EC-7094CB00EF76}">
      <dgm:prSet/>
      <dgm:spPr/>
      <dgm:t>
        <a:bodyPr/>
        <a:lstStyle/>
        <a:p>
          <a:endParaRPr lang="en-GB"/>
        </a:p>
      </dgm:t>
    </dgm:pt>
    <dgm:pt modelId="{0316EE1F-516F-BE4C-9A71-3ACC25BFE603}">
      <dgm:prSet phldrT="[Text]" custT="1"/>
      <dgm:spPr>
        <a:solidFill>
          <a:srgbClr val="C00000"/>
        </a:solidFill>
      </dgm:spPr>
      <dgm:t>
        <a:bodyPr/>
        <a:lstStyle/>
        <a:p>
          <a:r>
            <a:rPr lang="en-GB" sz="110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h2</a:t>
          </a:r>
        </a:p>
      </dgm:t>
    </dgm:pt>
    <dgm:pt modelId="{E7C91E95-0D4A-BF46-8469-7E5C95E24EFD}" type="parTrans" cxnId="{64E87F65-4BE6-1349-B0D1-74BBF675C007}">
      <dgm:prSet/>
      <dgm:spPr>
        <a:ln w="25400">
          <a:solidFill>
            <a:srgbClr val="FF000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EB012AC2-427B-A442-AE73-FC915B3E479D}" type="sibTrans" cxnId="{64E87F65-4BE6-1349-B0D1-74BBF675C007}">
      <dgm:prSet/>
      <dgm:spPr/>
      <dgm:t>
        <a:bodyPr/>
        <a:lstStyle/>
        <a:p>
          <a:endParaRPr lang="en-GB"/>
        </a:p>
      </dgm:t>
    </dgm:pt>
    <dgm:pt modelId="{9027A738-D46E-8548-9267-8B1559F30962}">
      <dgm:prSet phldrT="[Text]" custT="1"/>
      <dgm:spPr>
        <a:solidFill>
          <a:srgbClr val="C00000"/>
        </a:solidFill>
      </dgm:spPr>
      <dgm:t>
        <a:bodyPr/>
        <a:lstStyle/>
        <a:p>
          <a:r>
            <a:rPr lang="en-GB" sz="110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article</a:t>
          </a:r>
        </a:p>
      </dgm:t>
    </dgm:pt>
    <dgm:pt modelId="{6125FF34-062C-954F-B0F8-5B91E94B5AE0}" type="parTrans" cxnId="{73388027-4643-EA43-8D34-D230125A03BC}">
      <dgm:prSet/>
      <dgm:spPr>
        <a:ln w="25400">
          <a:solidFill>
            <a:srgbClr val="FF000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5DB1E5AE-7DD1-884A-9064-AD78968AF902}" type="sibTrans" cxnId="{73388027-4643-EA43-8D34-D230125A03BC}">
      <dgm:prSet/>
      <dgm:spPr/>
      <dgm:t>
        <a:bodyPr/>
        <a:lstStyle/>
        <a:p>
          <a:endParaRPr lang="en-GB"/>
        </a:p>
      </dgm:t>
    </dgm:pt>
    <dgm:pt modelId="{1D93CD29-4B99-BF46-9DCA-A791A60DF985}">
      <dgm:prSet phldrT="[Text]" custT="1"/>
      <dgm:spPr>
        <a:solidFill>
          <a:srgbClr val="7030A0"/>
        </a:solidFill>
      </dgm:spPr>
      <dgm:t>
        <a:bodyPr/>
        <a:lstStyle/>
        <a:p>
          <a:r>
            <a:rPr lang="en-GB" sz="105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header</a:t>
          </a:r>
        </a:p>
      </dgm:t>
    </dgm:pt>
    <dgm:pt modelId="{016C7C61-7F9B-954B-8E44-2973A74E36FB}" type="parTrans" cxnId="{07E60477-F2A3-3240-B80E-65EFBF473D91}">
      <dgm:prSet/>
      <dgm:spPr>
        <a:ln w="25400">
          <a:solidFill>
            <a:srgbClr val="7030A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5F15ACF1-9E3B-C743-AB90-213C77003249}" type="sibTrans" cxnId="{07E60477-F2A3-3240-B80E-65EFBF473D91}">
      <dgm:prSet/>
      <dgm:spPr/>
      <dgm:t>
        <a:bodyPr/>
        <a:lstStyle/>
        <a:p>
          <a:endParaRPr lang="en-GB"/>
        </a:p>
      </dgm:t>
    </dgm:pt>
    <dgm:pt modelId="{3E98A7A8-1AB5-E541-A96B-A4DEFA99EF7C}">
      <dgm:prSet phldrT="[Text]" custT="1"/>
      <dgm:spPr>
        <a:solidFill>
          <a:srgbClr val="0070C0"/>
        </a:solidFill>
      </dgm:spPr>
      <dgm:t>
        <a:bodyPr/>
        <a:lstStyle/>
        <a:p>
          <a:r>
            <a:rPr lang="en-GB" sz="100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h3</a:t>
          </a:r>
        </a:p>
      </dgm:t>
    </dgm:pt>
    <dgm:pt modelId="{EE064C35-0F4B-C849-B568-22BE6E679842}" type="parTrans" cxnId="{71EEED60-528A-CC4A-A72B-EEA680E36910}">
      <dgm:prSet/>
      <dgm:spPr>
        <a:ln w="25400">
          <a:solidFill>
            <a:srgbClr val="0070C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47B28312-6C68-9E46-A48C-41C93FDB36D2}" type="sibTrans" cxnId="{71EEED60-528A-CC4A-A72B-EEA680E36910}">
      <dgm:prSet/>
      <dgm:spPr/>
      <dgm:t>
        <a:bodyPr/>
        <a:lstStyle/>
        <a:p>
          <a:endParaRPr lang="en-GB"/>
        </a:p>
      </dgm:t>
    </dgm:pt>
    <dgm:pt modelId="{84B94806-2488-8844-A918-5DC21CCA51FD}">
      <dgm:prSet phldrT="[Text]" custT="1"/>
      <dgm:spPr>
        <a:solidFill>
          <a:srgbClr val="7030A0"/>
        </a:solidFill>
      </dgm:spPr>
      <dgm:t>
        <a:bodyPr/>
        <a:lstStyle/>
        <a:p>
          <a:r>
            <a:rPr lang="en-GB" sz="105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div</a:t>
          </a:r>
        </a:p>
      </dgm:t>
    </dgm:pt>
    <dgm:pt modelId="{D325538E-433E-5744-8E70-E326578E6FD0}" type="parTrans" cxnId="{4B0F3F76-D6CE-E843-B9C3-883141DDC295}">
      <dgm:prSet/>
      <dgm:spPr>
        <a:ln w="25400">
          <a:solidFill>
            <a:srgbClr val="7030A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2B38DD9E-38EC-A549-8002-C6568E9B9B3D}" type="sibTrans" cxnId="{4B0F3F76-D6CE-E843-B9C3-883141DDC295}">
      <dgm:prSet/>
      <dgm:spPr/>
      <dgm:t>
        <a:bodyPr/>
        <a:lstStyle/>
        <a:p>
          <a:endParaRPr lang="en-GB"/>
        </a:p>
      </dgm:t>
    </dgm:pt>
    <dgm:pt modelId="{45E3BF0C-8B75-6B4B-92B2-5F5C4CC9DCD3}">
      <dgm:prSet phldrT="[Text]" custT="1"/>
      <dgm:spPr>
        <a:solidFill>
          <a:srgbClr val="0070C0"/>
        </a:solidFill>
      </dgm:spPr>
      <dgm:t>
        <a:bodyPr/>
        <a:lstStyle/>
        <a:p>
          <a:r>
            <a:rPr lang="en-GB" sz="100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p</a:t>
          </a:r>
        </a:p>
      </dgm:t>
    </dgm:pt>
    <dgm:pt modelId="{969A2F8F-40B8-694D-A6E0-9612EBBB96FA}" type="parTrans" cxnId="{7B4AF07E-429E-4146-BA59-E490BC2706D6}">
      <dgm:prSet/>
      <dgm:spPr>
        <a:ln w="25400">
          <a:solidFill>
            <a:srgbClr val="0070C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C3721F33-ED50-5B4A-9B6B-6BBC5BF0B960}" type="sibTrans" cxnId="{7B4AF07E-429E-4146-BA59-E490BC2706D6}">
      <dgm:prSet/>
      <dgm:spPr/>
      <dgm:t>
        <a:bodyPr/>
        <a:lstStyle/>
        <a:p>
          <a:endParaRPr lang="en-GB"/>
        </a:p>
      </dgm:t>
    </dgm:pt>
    <dgm:pt modelId="{07EE08FE-66D4-4440-8966-D399B6E6A2A0}">
      <dgm:prSet phldrT="[Text]" custT="1"/>
      <dgm:spPr>
        <a:solidFill>
          <a:srgbClr val="0070C0"/>
        </a:solidFill>
      </dgm:spPr>
      <dgm:t>
        <a:bodyPr/>
        <a:lstStyle/>
        <a:p>
          <a:r>
            <a:rPr lang="en-GB" sz="100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p</a:t>
          </a:r>
        </a:p>
      </dgm:t>
    </dgm:pt>
    <dgm:pt modelId="{54A232D7-3DA0-E247-BE75-5595956F90B4}" type="parTrans" cxnId="{EF558B1B-CADD-7649-B6B7-F11FFD19C214}">
      <dgm:prSet/>
      <dgm:spPr>
        <a:ln w="25400">
          <a:solidFill>
            <a:srgbClr val="0070C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8AFBE007-3402-6F42-A87F-044748B88CD4}" type="sibTrans" cxnId="{EF558B1B-CADD-7649-B6B7-F11FFD19C214}">
      <dgm:prSet/>
      <dgm:spPr/>
      <dgm:t>
        <a:bodyPr/>
        <a:lstStyle/>
        <a:p>
          <a:endParaRPr lang="en-GB"/>
        </a:p>
      </dgm:t>
    </dgm:pt>
    <dgm:pt modelId="{4024E998-B50F-1A46-8CCB-2CAFAD87EB42}">
      <dgm:prSet phldrT="[Text]" custT="1"/>
      <dgm:spPr>
        <a:solidFill>
          <a:srgbClr val="0070C0"/>
        </a:solidFill>
      </dgm:spPr>
      <dgm:t>
        <a:bodyPr/>
        <a:lstStyle/>
        <a:p>
          <a:r>
            <a:rPr lang="en-GB" sz="100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...</a:t>
          </a:r>
        </a:p>
      </dgm:t>
    </dgm:pt>
    <dgm:pt modelId="{220B1C22-BEA0-9A4D-8413-F6A3D757ECA8}" type="parTrans" cxnId="{23390AE4-0904-0D42-A525-55D073FF1D72}">
      <dgm:prSet/>
      <dgm:spPr>
        <a:ln w="25400">
          <a:solidFill>
            <a:srgbClr val="0070C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67301688-B046-6A48-8023-752FCB00AE0F}" type="sibTrans" cxnId="{23390AE4-0904-0D42-A525-55D073FF1D72}">
      <dgm:prSet/>
      <dgm:spPr/>
      <dgm:t>
        <a:bodyPr/>
        <a:lstStyle/>
        <a:p>
          <a:endParaRPr lang="en-GB"/>
        </a:p>
      </dgm:t>
    </dgm:pt>
    <dgm:pt modelId="{BF78A935-A5E9-CE45-AC08-31A07FF8FB21}">
      <dgm:prSet phldrT="[Text]" custT="1"/>
      <dgm:spPr>
        <a:solidFill>
          <a:srgbClr val="7030A0"/>
        </a:solidFill>
      </dgm:spPr>
      <dgm:t>
        <a:bodyPr/>
        <a:lstStyle/>
        <a:p>
          <a:r>
            <a:rPr lang="en-GB" sz="105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footer</a:t>
          </a:r>
        </a:p>
      </dgm:t>
    </dgm:pt>
    <dgm:pt modelId="{AFBF910A-0B25-7641-BFB4-4050EF105045}" type="parTrans" cxnId="{AEC5BE9B-73D4-8F48-8EF1-F36AAF634700}">
      <dgm:prSet/>
      <dgm:spPr>
        <a:ln w="25400">
          <a:solidFill>
            <a:srgbClr val="7030A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05A0329C-AD9F-9346-8AA6-1318B5E928BB}" type="sibTrans" cxnId="{AEC5BE9B-73D4-8F48-8EF1-F36AAF634700}">
      <dgm:prSet/>
      <dgm:spPr/>
      <dgm:t>
        <a:bodyPr/>
        <a:lstStyle/>
        <a:p>
          <a:endParaRPr lang="en-GB"/>
        </a:p>
      </dgm:t>
    </dgm:pt>
    <dgm:pt modelId="{BA4CF7ED-EE26-CB4F-A9AB-435EDC962416}">
      <dgm:prSet phldrT="[Text]" custT="1"/>
      <dgm:spPr>
        <a:solidFill>
          <a:srgbClr val="0070C0"/>
        </a:solidFill>
      </dgm:spPr>
      <dgm:t>
        <a:bodyPr/>
        <a:lstStyle/>
        <a:p>
          <a:r>
            <a:rPr lang="en-GB" sz="100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p</a:t>
          </a:r>
        </a:p>
      </dgm:t>
    </dgm:pt>
    <dgm:pt modelId="{DC557E7A-DE4D-3B43-8538-46B3D814143D}" type="parTrans" cxnId="{5DD7B299-29D8-2A4D-9600-00CFF0396FFD}">
      <dgm:prSet/>
      <dgm:spPr>
        <a:ln w="25400">
          <a:solidFill>
            <a:srgbClr val="0070C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9CE6962C-2556-9249-8A48-2A703264E1A0}" type="sibTrans" cxnId="{5DD7B299-29D8-2A4D-9600-00CFF0396FFD}">
      <dgm:prSet/>
      <dgm:spPr/>
      <dgm:t>
        <a:bodyPr/>
        <a:lstStyle/>
        <a:p>
          <a:endParaRPr lang="en-GB"/>
        </a:p>
      </dgm:t>
    </dgm:pt>
    <dgm:pt modelId="{AE17C37C-D16D-3D46-A72C-3D1346D8FBC0}">
      <dgm:prSet phldrT="[Text]" custT="1"/>
      <dgm:spPr>
        <a:solidFill>
          <a:srgbClr val="C00000"/>
        </a:solidFill>
      </dgm:spPr>
      <dgm:t>
        <a:bodyPr/>
        <a:lstStyle/>
        <a:p>
          <a:r>
            <a:rPr lang="en-GB" sz="110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...</a:t>
          </a:r>
        </a:p>
      </dgm:t>
    </dgm:pt>
    <dgm:pt modelId="{D6EABFBD-F8E4-EE44-AE37-FE51F6593AF7}" type="parTrans" cxnId="{3E0B12E1-805A-134E-8D0D-F514E0686873}">
      <dgm:prSet/>
      <dgm:spPr>
        <a:ln w="25400">
          <a:solidFill>
            <a:srgbClr val="FF000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1398BC45-F9B7-6D49-B113-62DCB9CB1F5C}" type="sibTrans" cxnId="{3E0B12E1-805A-134E-8D0D-F514E0686873}">
      <dgm:prSet/>
      <dgm:spPr/>
      <dgm:t>
        <a:bodyPr/>
        <a:lstStyle/>
        <a:p>
          <a:endParaRPr lang="en-GB"/>
        </a:p>
      </dgm:t>
    </dgm:pt>
    <dgm:pt modelId="{0C145E73-DEAD-0247-BCAA-357E2478A584}">
      <dgm:prSet phldrT="[Text]" custT="1"/>
      <dgm:spPr>
        <a:solidFill>
          <a:srgbClr val="FFC000"/>
        </a:solidFill>
      </dgm:spPr>
      <dgm:t>
        <a:bodyPr/>
        <a:lstStyle/>
        <a:p>
          <a:r>
            <a:rPr lang="en-GB" sz="1200" b="1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footer</a:t>
          </a:r>
        </a:p>
      </dgm:t>
    </dgm:pt>
    <dgm:pt modelId="{10BD241B-45A7-6342-B13C-CB270A22205A}" type="parTrans" cxnId="{3030FFF4-C56C-B94D-9BE6-C1F700F0E4CA}">
      <dgm:prSet/>
      <dgm:spPr>
        <a:ln w="25400">
          <a:solidFill>
            <a:srgbClr val="FFC00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89ACF83B-B36C-3E40-8A7A-25EBA9DC9139}" type="sibTrans" cxnId="{3030FFF4-C56C-B94D-9BE6-C1F700F0E4CA}">
      <dgm:prSet/>
      <dgm:spPr/>
      <dgm:t>
        <a:bodyPr/>
        <a:lstStyle/>
        <a:p>
          <a:endParaRPr lang="en-GB"/>
        </a:p>
      </dgm:t>
    </dgm:pt>
    <dgm:pt modelId="{7542AC43-A26E-374D-80B7-4D1EF363605A}">
      <dgm:prSet phldrT="[Text]" custT="1"/>
      <dgm:spPr>
        <a:solidFill>
          <a:srgbClr val="C00000"/>
        </a:solidFill>
      </dgm:spPr>
      <dgm:t>
        <a:bodyPr/>
        <a:lstStyle/>
        <a:p>
          <a:r>
            <a:rPr lang="en-GB" sz="110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div</a:t>
          </a:r>
        </a:p>
      </dgm:t>
    </dgm:pt>
    <dgm:pt modelId="{4C805BBA-382F-A049-B376-6483992DAD10}" type="parTrans" cxnId="{85DA8539-92B6-6940-99B4-ECD7E3692BCA}">
      <dgm:prSet/>
      <dgm:spPr>
        <a:ln w="25400">
          <a:solidFill>
            <a:srgbClr val="FF000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96B51406-C743-834A-88D1-882F84565084}" type="sibTrans" cxnId="{85DA8539-92B6-6940-99B4-ECD7E3692BCA}">
      <dgm:prSet/>
      <dgm:spPr/>
      <dgm:t>
        <a:bodyPr/>
        <a:lstStyle/>
        <a:p>
          <a:endParaRPr lang="en-GB"/>
        </a:p>
      </dgm:t>
    </dgm:pt>
    <dgm:pt modelId="{19E18F98-0B6A-3345-952B-D02C5CD0B4F3}">
      <dgm:prSet phldrT="[Text]" custT="1"/>
      <dgm:spPr>
        <a:solidFill>
          <a:srgbClr val="7030A0"/>
        </a:solidFill>
      </dgm:spPr>
      <dgm:t>
        <a:bodyPr/>
        <a:lstStyle/>
        <a:p>
          <a:r>
            <a:rPr lang="en-GB" sz="105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...</a:t>
          </a:r>
        </a:p>
      </dgm:t>
    </dgm:pt>
    <dgm:pt modelId="{9BF8A970-9F9D-F342-88DD-D400A06A5E1D}" type="parTrans" cxnId="{801E45D9-E1CD-A346-AF63-46E6C7D419D9}">
      <dgm:prSet/>
      <dgm:spPr>
        <a:ln w="25400">
          <a:solidFill>
            <a:srgbClr val="7030A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39B6D7DC-2D4F-7B43-AD3D-ED142440624C}" type="sibTrans" cxnId="{801E45D9-E1CD-A346-AF63-46E6C7D419D9}">
      <dgm:prSet/>
      <dgm:spPr/>
      <dgm:t>
        <a:bodyPr/>
        <a:lstStyle/>
        <a:p>
          <a:endParaRPr lang="en-GB"/>
        </a:p>
      </dgm:t>
    </dgm:pt>
    <dgm:pt modelId="{A56AD998-7D40-8C40-8818-E5A1FEE5B6A8}">
      <dgm:prSet phldrT="[Text]" custT="1"/>
      <dgm:spPr>
        <a:solidFill>
          <a:srgbClr val="C00000"/>
        </a:solidFill>
      </dgm:spPr>
      <dgm:t>
        <a:bodyPr/>
        <a:lstStyle/>
        <a:p>
          <a:r>
            <a:rPr lang="en-GB" sz="110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div</a:t>
          </a:r>
        </a:p>
      </dgm:t>
    </dgm:pt>
    <dgm:pt modelId="{1F980DE6-5DA3-0C48-9B2C-7328323C0AC6}" type="parTrans" cxnId="{F82EB583-75D9-B54E-A364-A7E93682A771}">
      <dgm:prSet/>
      <dgm:spPr>
        <a:ln w="25400">
          <a:solidFill>
            <a:srgbClr val="FF000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2127AA4F-E4D1-964F-B7EE-567520B7294D}" type="sibTrans" cxnId="{F82EB583-75D9-B54E-A364-A7E93682A771}">
      <dgm:prSet/>
      <dgm:spPr/>
      <dgm:t>
        <a:bodyPr/>
        <a:lstStyle/>
        <a:p>
          <a:endParaRPr lang="en-GB"/>
        </a:p>
      </dgm:t>
    </dgm:pt>
    <dgm:pt modelId="{FEF709D7-9165-D04B-A0C4-072B2BCC4DB1}">
      <dgm:prSet phldrT="[Text]" custT="1"/>
      <dgm:spPr>
        <a:solidFill>
          <a:srgbClr val="7030A0"/>
        </a:solidFill>
      </dgm:spPr>
      <dgm:t>
        <a:bodyPr/>
        <a:lstStyle/>
        <a:p>
          <a:r>
            <a:rPr lang="en-GB" sz="105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...</a:t>
          </a:r>
        </a:p>
      </dgm:t>
    </dgm:pt>
    <dgm:pt modelId="{F052632B-0C93-5B4C-8165-6B4363DCE79D}" type="parTrans" cxnId="{CE25653A-DA9B-9E46-94E9-A97A13AD27E0}">
      <dgm:prSet/>
      <dgm:spPr>
        <a:ln w="25400">
          <a:solidFill>
            <a:srgbClr val="7030A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1F24D950-4B0C-1D40-ADBA-B1024B760AA1}" type="sibTrans" cxnId="{CE25653A-DA9B-9E46-94E9-A97A13AD27E0}">
      <dgm:prSet/>
      <dgm:spPr/>
      <dgm:t>
        <a:bodyPr/>
        <a:lstStyle/>
        <a:p>
          <a:endParaRPr lang="en-GB"/>
        </a:p>
      </dgm:t>
    </dgm:pt>
    <dgm:pt modelId="{3620E965-1C35-0A43-87B8-8A312C7E6813}">
      <dgm:prSet phldrT="[Text]" custT="1"/>
      <dgm:spPr>
        <a:solidFill>
          <a:srgbClr val="7030A0"/>
        </a:solidFill>
      </dgm:spPr>
      <dgm:t>
        <a:bodyPr/>
        <a:lstStyle/>
        <a:p>
          <a:r>
            <a:rPr lang="en-GB" sz="105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...</a:t>
          </a:r>
        </a:p>
      </dgm:t>
    </dgm:pt>
    <dgm:pt modelId="{4A356443-FB3E-D44E-B244-1F2418D45787}" type="parTrans" cxnId="{B8446F37-010E-2F41-8DC0-49EDB00D1A0A}">
      <dgm:prSet/>
      <dgm:spPr>
        <a:ln w="25400">
          <a:solidFill>
            <a:srgbClr val="7030A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C854679F-4EC9-ED4C-B1E0-5DDA35968AE7}" type="sibTrans" cxnId="{B8446F37-010E-2F41-8DC0-49EDB00D1A0A}">
      <dgm:prSet/>
      <dgm:spPr/>
      <dgm:t>
        <a:bodyPr/>
        <a:lstStyle/>
        <a:p>
          <a:endParaRPr lang="en-GB"/>
        </a:p>
      </dgm:t>
    </dgm:pt>
    <dgm:pt modelId="{AA39E1A2-A351-C643-B8D5-315A8B6432F5}">
      <dgm:prSet phldrT="[Text]" custT="1"/>
      <dgm:spPr>
        <a:solidFill>
          <a:srgbClr val="C00000"/>
        </a:solidFill>
      </dgm:spPr>
      <dgm:t>
        <a:bodyPr/>
        <a:lstStyle/>
        <a:p>
          <a:r>
            <a:rPr lang="en-GB" sz="1100" b="1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...</a:t>
          </a:r>
        </a:p>
      </dgm:t>
    </dgm:pt>
    <dgm:pt modelId="{6AA7A203-17A3-7142-A2FE-26CDC652B7C9}" type="parTrans" cxnId="{FBF9282A-9256-6C4B-B8D2-4EC2C1E58944}">
      <dgm:prSet/>
      <dgm:spPr>
        <a:ln w="25400">
          <a:solidFill>
            <a:srgbClr val="FF0000"/>
          </a:solidFill>
        </a:ln>
      </dgm:spPr>
      <dgm:t>
        <a:bodyPr/>
        <a:lstStyle/>
        <a:p>
          <a:endParaRPr lang="en-GB" sz="1000" b="1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gm:t>
    </dgm:pt>
    <dgm:pt modelId="{99AF8F02-220C-FA44-99D7-44799F3D3CEE}" type="sibTrans" cxnId="{FBF9282A-9256-6C4B-B8D2-4EC2C1E58944}">
      <dgm:prSet/>
      <dgm:spPr/>
      <dgm:t>
        <a:bodyPr/>
        <a:lstStyle/>
        <a:p>
          <a:endParaRPr lang="en-GB"/>
        </a:p>
      </dgm:t>
    </dgm:pt>
    <dgm:pt modelId="{6ADC8A2D-313D-804E-A09A-3A8B81DB1F9D}">
      <dgm:prSet phldrT="[Text]" custT="1"/>
      <dgm:spPr>
        <a:solidFill>
          <a:srgbClr val="92D050"/>
        </a:solidFill>
      </dgm:spPr>
      <dgm:t>
        <a:bodyPr/>
        <a:lstStyle/>
        <a:p>
          <a:r>
            <a:rPr lang="en-GB" sz="1000" b="1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...</a:t>
          </a:r>
        </a:p>
      </dgm:t>
    </dgm:pt>
    <dgm:pt modelId="{9A730DAB-4556-6B4A-B6D3-0C46442A50F0}" type="parTrans" cxnId="{0F9DD9B0-B95E-CE49-BDFF-1DEDC6CE0424}">
      <dgm:prSet/>
      <dgm:spPr>
        <a:ln w="25400">
          <a:solidFill>
            <a:srgbClr val="92D050"/>
          </a:solidFill>
        </a:ln>
      </dgm:spPr>
      <dgm:t>
        <a:bodyPr/>
        <a:lstStyle/>
        <a:p>
          <a:endParaRPr lang="en-GB"/>
        </a:p>
      </dgm:t>
    </dgm:pt>
    <dgm:pt modelId="{4BD16016-3B90-A240-BD8F-2F678A3EB0EB}" type="sibTrans" cxnId="{0F9DD9B0-B95E-CE49-BDFF-1DEDC6CE0424}">
      <dgm:prSet/>
      <dgm:spPr/>
      <dgm:t>
        <a:bodyPr/>
        <a:lstStyle/>
        <a:p>
          <a:endParaRPr lang="en-GB"/>
        </a:p>
      </dgm:t>
    </dgm:pt>
    <dgm:pt modelId="{6A1A3E69-D0C1-CF4D-A6D9-F14576B743C4}">
      <dgm:prSet phldrT="[Text]" custT="1"/>
      <dgm:spPr>
        <a:solidFill>
          <a:schemeClr val="bg1">
            <a:lumMod val="65000"/>
            <a:lumOff val="35000"/>
          </a:schemeClr>
        </a:solidFill>
      </dgm:spPr>
      <dgm:t>
        <a:bodyPr/>
        <a:lstStyle/>
        <a:p>
          <a:r>
            <a:rPr lang="en-GB" sz="1200" b="1" i="1" dirty="0">
              <a:solidFill>
                <a:schemeClr val="tx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title text</a:t>
          </a:r>
        </a:p>
      </dgm:t>
    </dgm:pt>
    <dgm:pt modelId="{495E391F-019C-4F48-BD0A-16314A482239}" type="parTrans" cxnId="{255DEE2F-4D4A-9341-B689-26F63E02CDF9}">
      <dgm:prSet/>
      <dgm:spPr>
        <a:ln w="25400">
          <a:solidFill>
            <a:schemeClr val="bg1">
              <a:lumMod val="50000"/>
              <a:lumOff val="50000"/>
            </a:schemeClr>
          </a:solidFill>
        </a:ln>
      </dgm:spPr>
      <dgm:t>
        <a:bodyPr/>
        <a:lstStyle/>
        <a:p>
          <a:endParaRPr lang="en-GB"/>
        </a:p>
      </dgm:t>
    </dgm:pt>
    <dgm:pt modelId="{32006443-3670-5B4E-9450-7293F23775D5}" type="sibTrans" cxnId="{255DEE2F-4D4A-9341-B689-26F63E02CDF9}">
      <dgm:prSet/>
      <dgm:spPr/>
      <dgm:t>
        <a:bodyPr/>
        <a:lstStyle/>
        <a:p>
          <a:endParaRPr lang="en-GB"/>
        </a:p>
      </dgm:t>
    </dgm:pt>
    <dgm:pt modelId="{76AB44F8-E9D9-7F4D-9E69-19819B1E1F8A}">
      <dgm:prSet phldrT="[Text]" custT="1"/>
      <dgm:spPr>
        <a:solidFill>
          <a:schemeClr val="bg1">
            <a:lumMod val="65000"/>
            <a:lumOff val="35000"/>
          </a:schemeClr>
        </a:solidFill>
      </dgm:spPr>
      <dgm:t>
        <a:bodyPr/>
        <a:lstStyle/>
        <a:p>
          <a:r>
            <a:rPr lang="en-GB" sz="1100" b="1" i="1" dirty="0">
              <a:solidFill>
                <a:schemeClr val="tx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header text</a:t>
          </a:r>
        </a:p>
      </dgm:t>
    </dgm:pt>
    <dgm:pt modelId="{9A590C12-F65B-C747-983E-028D249A59A5}" type="parTrans" cxnId="{190A9755-CB3E-7841-AC7E-3A463D0FED91}">
      <dgm:prSet/>
      <dgm:spPr>
        <a:ln w="25400">
          <a:solidFill>
            <a:schemeClr val="bg1">
              <a:lumMod val="50000"/>
              <a:lumOff val="50000"/>
            </a:schemeClr>
          </a:solidFill>
        </a:ln>
      </dgm:spPr>
      <dgm:t>
        <a:bodyPr/>
        <a:lstStyle/>
        <a:p>
          <a:endParaRPr lang="en-GB"/>
        </a:p>
      </dgm:t>
    </dgm:pt>
    <dgm:pt modelId="{B14F60A8-9D2A-CB4A-8AE2-1EDAC33699F0}" type="sibTrans" cxnId="{190A9755-CB3E-7841-AC7E-3A463D0FED91}">
      <dgm:prSet/>
      <dgm:spPr/>
      <dgm:t>
        <a:bodyPr/>
        <a:lstStyle/>
        <a:p>
          <a:endParaRPr lang="en-GB"/>
        </a:p>
      </dgm:t>
    </dgm:pt>
    <dgm:pt modelId="{8EC3BE8A-229C-3D40-95B8-B7555FC01CC2}" type="pres">
      <dgm:prSet presAssocID="{7EA86F45-71BF-FD4E-A597-15A4043741AE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90D332B-3BF3-CA42-BFF0-9661F1BC6CDF}" type="pres">
      <dgm:prSet presAssocID="{7EA86F45-71BF-FD4E-A597-15A4043741AE}" presName="hierFlow" presStyleCnt="0"/>
      <dgm:spPr/>
    </dgm:pt>
    <dgm:pt modelId="{AF1A2367-3D92-0B4C-83C1-A2EF154058A6}" type="pres">
      <dgm:prSet presAssocID="{7EA86F45-71BF-FD4E-A597-15A4043741AE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0B7BF4DF-ADCC-9C4F-BDD3-848517DE9F27}" type="pres">
      <dgm:prSet presAssocID="{A11D2F1E-8450-FA4F-9728-251BF8601E9F}" presName="Name14" presStyleCnt="0"/>
      <dgm:spPr/>
    </dgm:pt>
    <dgm:pt modelId="{93305231-62FE-A041-A62A-5E270C0A5BCD}" type="pres">
      <dgm:prSet presAssocID="{A11D2F1E-8450-FA4F-9728-251BF8601E9F}" presName="level1Shape" presStyleLbl="node0" presStyleIdx="0" presStyleCnt="1" custScaleX="288787">
        <dgm:presLayoutVars>
          <dgm:chPref val="3"/>
        </dgm:presLayoutVars>
      </dgm:prSet>
      <dgm:spPr/>
    </dgm:pt>
    <dgm:pt modelId="{6F92A716-E4BB-8C42-B0D4-BBA242768CEC}" type="pres">
      <dgm:prSet presAssocID="{A11D2F1E-8450-FA4F-9728-251BF8601E9F}" presName="hierChild2" presStyleCnt="0"/>
      <dgm:spPr/>
    </dgm:pt>
    <dgm:pt modelId="{7FA6ABBE-6C99-8447-8CC0-62D9F327B727}" type="pres">
      <dgm:prSet presAssocID="{0B1B51EF-6598-7E42-B9C6-AEF128D667CC}" presName="Name19" presStyleLbl="parChTrans1D2" presStyleIdx="0" presStyleCnt="2"/>
      <dgm:spPr/>
    </dgm:pt>
    <dgm:pt modelId="{AE9FB7C8-382F-F245-AAA2-82A0CB5AAE32}" type="pres">
      <dgm:prSet presAssocID="{C13E7B69-346E-D646-8532-58188F092F01}" presName="Name21" presStyleCnt="0"/>
      <dgm:spPr/>
    </dgm:pt>
    <dgm:pt modelId="{DDF5D61A-F01D-424C-AB8F-2D513A3D9705}" type="pres">
      <dgm:prSet presAssocID="{C13E7B69-346E-D646-8532-58188F092F01}" presName="level2Shape" presStyleLbl="node2" presStyleIdx="0" presStyleCnt="2" custScaleX="191206"/>
      <dgm:spPr/>
    </dgm:pt>
    <dgm:pt modelId="{20E233EF-D77F-ED44-BD11-7617397D9BDC}" type="pres">
      <dgm:prSet presAssocID="{C13E7B69-346E-D646-8532-58188F092F01}" presName="hierChild3" presStyleCnt="0"/>
      <dgm:spPr/>
    </dgm:pt>
    <dgm:pt modelId="{2D516E1C-3B48-B64E-845A-F0D591F2E1A1}" type="pres">
      <dgm:prSet presAssocID="{55608D62-F69B-7F40-8BCD-C74490EF4F2E}" presName="Name19" presStyleLbl="parChTrans1D3" presStyleIdx="0" presStyleCnt="5"/>
      <dgm:spPr/>
    </dgm:pt>
    <dgm:pt modelId="{14319F8F-FBEF-B84C-A2ED-B9736950DB5D}" type="pres">
      <dgm:prSet presAssocID="{283A16BE-A5F0-DD45-8D00-B50ADCAE34F3}" presName="Name21" presStyleCnt="0"/>
      <dgm:spPr/>
    </dgm:pt>
    <dgm:pt modelId="{F82D5EF2-FBC6-EC41-87FD-7804AF4292F6}" type="pres">
      <dgm:prSet presAssocID="{283A16BE-A5F0-DD45-8D00-B50ADCAE34F3}" presName="level2Shape" presStyleLbl="node3" presStyleIdx="0" presStyleCnt="5" custScaleX="155840"/>
      <dgm:spPr/>
    </dgm:pt>
    <dgm:pt modelId="{B3C91D84-1372-E847-AA53-DEED066FE77E}" type="pres">
      <dgm:prSet presAssocID="{283A16BE-A5F0-DD45-8D00-B50ADCAE34F3}" presName="hierChild3" presStyleCnt="0"/>
      <dgm:spPr/>
    </dgm:pt>
    <dgm:pt modelId="{8675307C-A59E-E34D-A9E0-E24EE6266015}" type="pres">
      <dgm:prSet presAssocID="{495E391F-019C-4F48-BD0A-16314A482239}" presName="Name19" presStyleLbl="parChTrans1D4" presStyleIdx="0" presStyleCnt="28"/>
      <dgm:spPr/>
    </dgm:pt>
    <dgm:pt modelId="{86EFAF89-2773-0442-BBFB-6D2FEE4DED3D}" type="pres">
      <dgm:prSet presAssocID="{6A1A3E69-D0C1-CF4D-A6D9-F14576B743C4}" presName="Name21" presStyleCnt="0"/>
      <dgm:spPr/>
    </dgm:pt>
    <dgm:pt modelId="{ADF2FF3D-824F-C040-A661-F0E6CDBEA72B}" type="pres">
      <dgm:prSet presAssocID="{6A1A3E69-D0C1-CF4D-A6D9-F14576B743C4}" presName="level2Shape" presStyleLbl="node4" presStyleIdx="0" presStyleCnt="28" custScaleX="154636" custScaleY="118302"/>
      <dgm:spPr/>
    </dgm:pt>
    <dgm:pt modelId="{D8A8AD3D-C2A6-0845-A4BB-6286771EFEE2}" type="pres">
      <dgm:prSet presAssocID="{6A1A3E69-D0C1-CF4D-A6D9-F14576B743C4}" presName="hierChild3" presStyleCnt="0"/>
      <dgm:spPr/>
    </dgm:pt>
    <dgm:pt modelId="{199F1C70-0806-2D48-A65A-7B4475C40A68}" type="pres">
      <dgm:prSet presAssocID="{C43D0627-BDEB-C642-B48D-E2D54FF3932E}" presName="Name19" presStyleLbl="parChTrans1D2" presStyleIdx="1" presStyleCnt="2"/>
      <dgm:spPr/>
    </dgm:pt>
    <dgm:pt modelId="{556B6B90-DB14-7C48-95F9-4C8898133AD8}" type="pres">
      <dgm:prSet presAssocID="{FE0E7B52-DA2F-944A-83EF-D0F08B6D9BB5}" presName="Name21" presStyleCnt="0"/>
      <dgm:spPr/>
    </dgm:pt>
    <dgm:pt modelId="{3C5BB8C8-1E19-9546-B7EA-B39995933544}" type="pres">
      <dgm:prSet presAssocID="{FE0E7B52-DA2F-944A-83EF-D0F08B6D9BB5}" presName="level2Shape" presStyleLbl="node2" presStyleIdx="1" presStyleCnt="2" custScaleX="191206"/>
      <dgm:spPr/>
    </dgm:pt>
    <dgm:pt modelId="{85D7D7C3-02D2-6349-A165-F6DBC0C35E62}" type="pres">
      <dgm:prSet presAssocID="{FE0E7B52-DA2F-944A-83EF-D0F08B6D9BB5}" presName="hierChild3" presStyleCnt="0"/>
      <dgm:spPr/>
    </dgm:pt>
    <dgm:pt modelId="{F7758EA2-2C68-474B-8838-AB9F824B2055}" type="pres">
      <dgm:prSet presAssocID="{3629DFD0-1D00-2F4A-A7F1-838ED946DA43}" presName="Name19" presStyleLbl="parChTrans1D3" presStyleIdx="1" presStyleCnt="5"/>
      <dgm:spPr/>
    </dgm:pt>
    <dgm:pt modelId="{13069FDE-9BAC-7746-9DB8-F73BEF37D627}" type="pres">
      <dgm:prSet presAssocID="{1BF78037-92A9-A84C-8A1A-FB75853B2EDA}" presName="Name21" presStyleCnt="0"/>
      <dgm:spPr/>
    </dgm:pt>
    <dgm:pt modelId="{03D26D1D-A3B6-3146-AFF4-249BCCA4ADD2}" type="pres">
      <dgm:prSet presAssocID="{1BF78037-92A9-A84C-8A1A-FB75853B2EDA}" presName="level2Shape" presStyleLbl="node3" presStyleIdx="1" presStyleCnt="5" custScaleX="155840"/>
      <dgm:spPr/>
    </dgm:pt>
    <dgm:pt modelId="{44A4CD1F-85B9-F640-A6EF-D5DAC492C476}" type="pres">
      <dgm:prSet presAssocID="{1BF78037-92A9-A84C-8A1A-FB75853B2EDA}" presName="hierChild3" presStyleCnt="0"/>
      <dgm:spPr/>
    </dgm:pt>
    <dgm:pt modelId="{B0D290AE-A31D-864A-97C1-6D6FB7EE1152}" type="pres">
      <dgm:prSet presAssocID="{86B9FB1D-DA59-0E4F-B808-0D92FA098B6B}" presName="Name19" presStyleLbl="parChTrans1D4" presStyleIdx="1" presStyleCnt="28"/>
      <dgm:spPr/>
    </dgm:pt>
    <dgm:pt modelId="{FF62AE1D-48CB-4E41-BD3D-299C2D89BF73}" type="pres">
      <dgm:prSet presAssocID="{FFB6CE4B-0513-3C40-9506-788BB5DC1D8A}" presName="Name21" presStyleCnt="0"/>
      <dgm:spPr/>
    </dgm:pt>
    <dgm:pt modelId="{17F4FFE4-9B2A-D646-A1E5-FC2937EA480B}" type="pres">
      <dgm:prSet presAssocID="{FFB6CE4B-0513-3C40-9506-788BB5DC1D8A}" presName="level2Shape" presStyleLbl="node4" presStyleIdx="1" presStyleCnt="28"/>
      <dgm:spPr/>
    </dgm:pt>
    <dgm:pt modelId="{A42F4C63-8E83-6C42-A2E4-1EB32FC347E4}" type="pres">
      <dgm:prSet presAssocID="{FFB6CE4B-0513-3C40-9506-788BB5DC1D8A}" presName="hierChild3" presStyleCnt="0"/>
      <dgm:spPr/>
    </dgm:pt>
    <dgm:pt modelId="{E69ACA89-CD4A-7641-A5EE-33EF26A332F7}" type="pres">
      <dgm:prSet presAssocID="{9A590C12-F65B-C747-983E-028D249A59A5}" presName="Name19" presStyleLbl="parChTrans1D4" presStyleIdx="2" presStyleCnt="28"/>
      <dgm:spPr/>
    </dgm:pt>
    <dgm:pt modelId="{9C2D009F-534A-E146-81B1-D5AC44314002}" type="pres">
      <dgm:prSet presAssocID="{76AB44F8-E9D9-7F4D-9E69-19819B1E1F8A}" presName="Name21" presStyleCnt="0"/>
      <dgm:spPr/>
    </dgm:pt>
    <dgm:pt modelId="{86E0ABDA-9FA5-3F42-A2B6-05E0239A4E81}" type="pres">
      <dgm:prSet presAssocID="{76AB44F8-E9D9-7F4D-9E69-19819B1E1F8A}" presName="level2Shape" presStyleLbl="node4" presStyleIdx="2" presStyleCnt="28" custScaleX="143554"/>
      <dgm:spPr/>
    </dgm:pt>
    <dgm:pt modelId="{3243E2B9-A3A7-6247-A1EB-E9B0D4D97C3A}" type="pres">
      <dgm:prSet presAssocID="{76AB44F8-E9D9-7F4D-9E69-19819B1E1F8A}" presName="hierChild3" presStyleCnt="0"/>
      <dgm:spPr/>
    </dgm:pt>
    <dgm:pt modelId="{562879EF-88C3-F746-B307-36620300A391}" type="pres">
      <dgm:prSet presAssocID="{6AA7A203-17A3-7142-A2FE-26CDC652B7C9}" presName="Name19" presStyleLbl="parChTrans1D4" presStyleIdx="3" presStyleCnt="28"/>
      <dgm:spPr/>
    </dgm:pt>
    <dgm:pt modelId="{EDFF460E-0450-474A-94C1-441D27690074}" type="pres">
      <dgm:prSet presAssocID="{AA39E1A2-A351-C643-B8D5-315A8B6432F5}" presName="Name21" presStyleCnt="0"/>
      <dgm:spPr/>
    </dgm:pt>
    <dgm:pt modelId="{9054FC1C-4F25-F649-925E-5A9D22CA5FCA}" type="pres">
      <dgm:prSet presAssocID="{AA39E1A2-A351-C643-B8D5-315A8B6432F5}" presName="level2Shape" presStyleLbl="node4" presStyleIdx="3" presStyleCnt="28"/>
      <dgm:spPr/>
    </dgm:pt>
    <dgm:pt modelId="{091E9D6E-BADB-DF4D-84F1-F0B1ABF2C55A}" type="pres">
      <dgm:prSet presAssocID="{AA39E1A2-A351-C643-B8D5-315A8B6432F5}" presName="hierChild3" presStyleCnt="0"/>
      <dgm:spPr/>
    </dgm:pt>
    <dgm:pt modelId="{528093F7-CDC3-3448-8D7D-6D94B57B197F}" type="pres">
      <dgm:prSet presAssocID="{FA067730-CA1A-A644-84D6-9E87C181EA9E}" presName="Name19" presStyleLbl="parChTrans1D3" presStyleIdx="2" presStyleCnt="5"/>
      <dgm:spPr/>
    </dgm:pt>
    <dgm:pt modelId="{B1B41EA3-257F-EC41-83A1-AD953AD8D96A}" type="pres">
      <dgm:prSet presAssocID="{8F514BF0-2C8C-6349-919B-A90AD9F12F73}" presName="Name21" presStyleCnt="0"/>
      <dgm:spPr/>
    </dgm:pt>
    <dgm:pt modelId="{25E93AE6-F78B-B745-9E63-BB24871A813C}" type="pres">
      <dgm:prSet presAssocID="{8F514BF0-2C8C-6349-919B-A90AD9F12F73}" presName="level2Shape" presStyleLbl="node3" presStyleIdx="2" presStyleCnt="5" custScaleX="155840"/>
      <dgm:spPr/>
    </dgm:pt>
    <dgm:pt modelId="{17E12017-9492-0648-BF29-66350574421C}" type="pres">
      <dgm:prSet presAssocID="{8F514BF0-2C8C-6349-919B-A90AD9F12F73}" presName="hierChild3" presStyleCnt="0"/>
      <dgm:spPr/>
    </dgm:pt>
    <dgm:pt modelId="{11550FC5-A5EF-2E49-B145-61814182A1F2}" type="pres">
      <dgm:prSet presAssocID="{CE660CCF-0132-DA4B-AC62-8451BA715724}" presName="Name19" presStyleLbl="parChTrans1D4" presStyleIdx="4" presStyleCnt="28"/>
      <dgm:spPr/>
    </dgm:pt>
    <dgm:pt modelId="{1EC0C44A-B132-8A4D-9467-7475F9C0FC14}" type="pres">
      <dgm:prSet presAssocID="{C21EC14D-1463-A146-A0A0-B62915B0498F}" presName="Name21" presStyleCnt="0"/>
      <dgm:spPr/>
    </dgm:pt>
    <dgm:pt modelId="{2CC08EB5-1360-AC47-B8D4-9A134283B390}" type="pres">
      <dgm:prSet presAssocID="{C21EC14D-1463-A146-A0A0-B62915B0498F}" presName="level2Shape" presStyleLbl="node4" presStyleIdx="4" presStyleCnt="28"/>
      <dgm:spPr/>
    </dgm:pt>
    <dgm:pt modelId="{D72600AC-0E62-3342-95EB-55FCF14A5AA8}" type="pres">
      <dgm:prSet presAssocID="{C21EC14D-1463-A146-A0A0-B62915B0498F}" presName="hierChild3" presStyleCnt="0"/>
      <dgm:spPr/>
    </dgm:pt>
    <dgm:pt modelId="{C3F45451-AE62-F241-8411-8FBD5CB285A5}" type="pres">
      <dgm:prSet presAssocID="{AE224537-E7E3-1847-8653-E51F413030B6}" presName="Name19" presStyleLbl="parChTrans1D4" presStyleIdx="5" presStyleCnt="28"/>
      <dgm:spPr/>
    </dgm:pt>
    <dgm:pt modelId="{D0BD88F0-7D6E-2B4E-98D0-51D85B984B82}" type="pres">
      <dgm:prSet presAssocID="{C9816049-AEF9-B846-923A-47E88F0B4AD0}" presName="Name21" presStyleCnt="0"/>
      <dgm:spPr/>
    </dgm:pt>
    <dgm:pt modelId="{BFF4C9D4-9203-D940-9D82-88EBBC19EEF8}" type="pres">
      <dgm:prSet presAssocID="{C9816049-AEF9-B846-923A-47E88F0B4AD0}" presName="level2Shape" presStyleLbl="node4" presStyleIdx="5" presStyleCnt="28"/>
      <dgm:spPr/>
    </dgm:pt>
    <dgm:pt modelId="{0951E9C6-E023-5340-8B43-B7B68433A911}" type="pres">
      <dgm:prSet presAssocID="{C9816049-AEF9-B846-923A-47E88F0B4AD0}" presName="hierChild3" presStyleCnt="0"/>
      <dgm:spPr/>
    </dgm:pt>
    <dgm:pt modelId="{A13BA34A-60E9-5940-AFBA-C5A03D8BBB9B}" type="pres">
      <dgm:prSet presAssocID="{FA317132-224B-E348-844C-766663AC9803}" presName="Name19" presStyleLbl="parChTrans1D4" presStyleIdx="6" presStyleCnt="28"/>
      <dgm:spPr/>
    </dgm:pt>
    <dgm:pt modelId="{9618AAD3-995E-9341-B896-E7F7A14F42D4}" type="pres">
      <dgm:prSet presAssocID="{7C2CEFF1-B82E-3F47-A816-FA9FFAFFB666}" presName="Name21" presStyleCnt="0"/>
      <dgm:spPr/>
    </dgm:pt>
    <dgm:pt modelId="{51AAB30F-87A7-A144-BCEA-E80FE04884FC}" type="pres">
      <dgm:prSet presAssocID="{7C2CEFF1-B82E-3F47-A816-FA9FFAFFB666}" presName="level2Shape" presStyleLbl="node4" presStyleIdx="6" presStyleCnt="28"/>
      <dgm:spPr/>
    </dgm:pt>
    <dgm:pt modelId="{F55F1779-5D11-9E4C-941D-A7ED5E216807}" type="pres">
      <dgm:prSet presAssocID="{7C2CEFF1-B82E-3F47-A816-FA9FFAFFB666}" presName="hierChild3" presStyleCnt="0"/>
      <dgm:spPr/>
    </dgm:pt>
    <dgm:pt modelId="{65AC542B-3133-6C4F-9E14-107066483D63}" type="pres">
      <dgm:prSet presAssocID="{2672D2EE-6D58-994C-85A7-46126A487014}" presName="Name19" presStyleLbl="parChTrans1D4" presStyleIdx="7" presStyleCnt="28"/>
      <dgm:spPr/>
    </dgm:pt>
    <dgm:pt modelId="{860FBFA0-0B37-A94A-AFFD-57DD5E081C61}" type="pres">
      <dgm:prSet presAssocID="{173764D8-48E4-C64E-A1EA-7CB334793C2A}" presName="Name21" presStyleCnt="0"/>
      <dgm:spPr/>
    </dgm:pt>
    <dgm:pt modelId="{06B586E8-F7E6-7648-8D7F-1EBB63858B90}" type="pres">
      <dgm:prSet presAssocID="{173764D8-48E4-C64E-A1EA-7CB334793C2A}" presName="level2Shape" presStyleLbl="node4" presStyleIdx="7" presStyleCnt="28"/>
      <dgm:spPr/>
    </dgm:pt>
    <dgm:pt modelId="{EE91E163-78DD-6D49-94D0-DB674138B12E}" type="pres">
      <dgm:prSet presAssocID="{173764D8-48E4-C64E-A1EA-7CB334793C2A}" presName="hierChild3" presStyleCnt="0"/>
      <dgm:spPr/>
    </dgm:pt>
    <dgm:pt modelId="{4A99B323-567C-0E41-BE74-EFA7E1E5FF5D}" type="pres">
      <dgm:prSet presAssocID="{4D96C689-7438-0748-A082-95854DD4E209}" presName="Name19" presStyleLbl="parChTrans1D4" presStyleIdx="8" presStyleCnt="28"/>
      <dgm:spPr/>
    </dgm:pt>
    <dgm:pt modelId="{06A569D3-1588-7145-987A-CE0B8683D9C2}" type="pres">
      <dgm:prSet presAssocID="{EFD88A32-FB6A-CE4F-8C3D-2D3836438108}" presName="Name21" presStyleCnt="0"/>
      <dgm:spPr/>
    </dgm:pt>
    <dgm:pt modelId="{6F992332-AD66-9A4C-BB66-E47F0685EE3B}" type="pres">
      <dgm:prSet presAssocID="{EFD88A32-FB6A-CE4F-8C3D-2D3836438108}" presName="level2Shape" presStyleLbl="node4" presStyleIdx="8" presStyleCnt="28"/>
      <dgm:spPr/>
    </dgm:pt>
    <dgm:pt modelId="{0265EA6F-F0E5-A54F-B0AD-5FDBD77B5D11}" type="pres">
      <dgm:prSet presAssocID="{EFD88A32-FB6A-CE4F-8C3D-2D3836438108}" presName="hierChild3" presStyleCnt="0"/>
      <dgm:spPr/>
    </dgm:pt>
    <dgm:pt modelId="{452D9FE2-74E6-FA42-9681-03C085C786B6}" type="pres">
      <dgm:prSet presAssocID="{E3E9E930-16F9-5342-96F4-C55358DF2F53}" presName="Name19" presStyleLbl="parChTrans1D4" presStyleIdx="9" presStyleCnt="28"/>
      <dgm:spPr/>
    </dgm:pt>
    <dgm:pt modelId="{FB638C14-152E-3647-8E70-27599A029069}" type="pres">
      <dgm:prSet presAssocID="{8DBF789C-92BE-7745-A958-A96038304AF8}" presName="Name21" presStyleCnt="0"/>
      <dgm:spPr/>
    </dgm:pt>
    <dgm:pt modelId="{DD6FD745-D1AE-C947-B75B-612C733E1B78}" type="pres">
      <dgm:prSet presAssocID="{8DBF789C-92BE-7745-A958-A96038304AF8}" presName="level2Shape" presStyleLbl="node4" presStyleIdx="9" presStyleCnt="28"/>
      <dgm:spPr/>
    </dgm:pt>
    <dgm:pt modelId="{449C378D-568E-3047-BE0E-501D505B4336}" type="pres">
      <dgm:prSet presAssocID="{8DBF789C-92BE-7745-A958-A96038304AF8}" presName="hierChild3" presStyleCnt="0"/>
      <dgm:spPr/>
    </dgm:pt>
    <dgm:pt modelId="{6E815849-D0E3-4642-87E5-D3D536FFBC43}" type="pres">
      <dgm:prSet presAssocID="{D7A7D2ED-6E06-3248-8AE9-CF9725F46E7E}" presName="Name19" presStyleLbl="parChTrans1D4" presStyleIdx="10" presStyleCnt="28"/>
      <dgm:spPr/>
    </dgm:pt>
    <dgm:pt modelId="{EEA58B0E-67D7-3546-B478-074AF1B9CC8D}" type="pres">
      <dgm:prSet presAssocID="{66CB189C-F2C1-8D49-B163-7A85C34AD174}" presName="Name21" presStyleCnt="0"/>
      <dgm:spPr/>
    </dgm:pt>
    <dgm:pt modelId="{92704BFA-CF15-CC4A-BA40-5A717D3768EE}" type="pres">
      <dgm:prSet presAssocID="{66CB189C-F2C1-8D49-B163-7A85C34AD174}" presName="level2Shape" presStyleLbl="node4" presStyleIdx="10" presStyleCnt="28"/>
      <dgm:spPr/>
    </dgm:pt>
    <dgm:pt modelId="{4212E1FE-843F-7440-9ABD-F3D9A733BF7A}" type="pres">
      <dgm:prSet presAssocID="{66CB189C-F2C1-8D49-B163-7A85C34AD174}" presName="hierChild3" presStyleCnt="0"/>
      <dgm:spPr/>
    </dgm:pt>
    <dgm:pt modelId="{93719DC5-041B-9E42-99CE-3F899F476D20}" type="pres">
      <dgm:prSet presAssocID="{4A356443-FB3E-D44E-B244-1F2418D45787}" presName="Name19" presStyleLbl="parChTrans1D4" presStyleIdx="11" presStyleCnt="28"/>
      <dgm:spPr/>
    </dgm:pt>
    <dgm:pt modelId="{E93103EC-35D8-EC41-979D-BB537CA32901}" type="pres">
      <dgm:prSet presAssocID="{3620E965-1C35-0A43-87B8-8A312C7E6813}" presName="Name21" presStyleCnt="0"/>
      <dgm:spPr/>
    </dgm:pt>
    <dgm:pt modelId="{F2B9CD1C-3671-1145-8115-3465356FECD0}" type="pres">
      <dgm:prSet presAssocID="{3620E965-1C35-0A43-87B8-8A312C7E6813}" presName="level2Shape" presStyleLbl="node4" presStyleIdx="11" presStyleCnt="28"/>
      <dgm:spPr/>
    </dgm:pt>
    <dgm:pt modelId="{3D417A31-0C9D-8543-B4B1-94F2FF793851}" type="pres">
      <dgm:prSet presAssocID="{3620E965-1C35-0A43-87B8-8A312C7E6813}" presName="hierChild3" presStyleCnt="0"/>
      <dgm:spPr/>
    </dgm:pt>
    <dgm:pt modelId="{AC29CD41-5AAB-8544-8BCC-DC9F97682301}" type="pres">
      <dgm:prSet presAssocID="{2862B85C-7ED1-DF46-8BFF-167CC956295F}" presName="Name19" presStyleLbl="parChTrans1D3" presStyleIdx="3" presStyleCnt="5"/>
      <dgm:spPr/>
    </dgm:pt>
    <dgm:pt modelId="{A1EC6C6B-274D-AE46-AB86-C3C1FF58F2B2}" type="pres">
      <dgm:prSet presAssocID="{7A533226-8A20-7D44-9E10-93B436BAF792}" presName="Name21" presStyleCnt="0"/>
      <dgm:spPr/>
    </dgm:pt>
    <dgm:pt modelId="{F865077E-C9D4-4F4E-A586-6B26DA97BF85}" type="pres">
      <dgm:prSet presAssocID="{7A533226-8A20-7D44-9E10-93B436BAF792}" presName="level2Shape" presStyleLbl="node3" presStyleIdx="3" presStyleCnt="5" custScaleX="155840"/>
      <dgm:spPr/>
    </dgm:pt>
    <dgm:pt modelId="{B00E30F9-7610-FA4C-B95C-D5C981D9480C}" type="pres">
      <dgm:prSet presAssocID="{7A533226-8A20-7D44-9E10-93B436BAF792}" presName="hierChild3" presStyleCnt="0"/>
      <dgm:spPr/>
    </dgm:pt>
    <dgm:pt modelId="{AF64EA07-00D1-1447-9D07-9DEC8078639E}" type="pres">
      <dgm:prSet presAssocID="{E7C91E95-0D4A-BF46-8469-7E5C95E24EFD}" presName="Name19" presStyleLbl="parChTrans1D4" presStyleIdx="12" presStyleCnt="28"/>
      <dgm:spPr/>
    </dgm:pt>
    <dgm:pt modelId="{E461ADDD-6EE5-F842-A1E2-A90AC38B86D9}" type="pres">
      <dgm:prSet presAssocID="{0316EE1F-516F-BE4C-9A71-3ACC25BFE603}" presName="Name21" presStyleCnt="0"/>
      <dgm:spPr/>
    </dgm:pt>
    <dgm:pt modelId="{292D71D1-F745-0349-9ABC-76ABD8EB589D}" type="pres">
      <dgm:prSet presAssocID="{0316EE1F-516F-BE4C-9A71-3ACC25BFE603}" presName="level2Shape" presStyleLbl="node4" presStyleIdx="12" presStyleCnt="28"/>
      <dgm:spPr/>
    </dgm:pt>
    <dgm:pt modelId="{E1703843-03E9-F54A-8A94-41BE689BCC3A}" type="pres">
      <dgm:prSet presAssocID="{0316EE1F-516F-BE4C-9A71-3ACC25BFE603}" presName="hierChild3" presStyleCnt="0"/>
      <dgm:spPr/>
    </dgm:pt>
    <dgm:pt modelId="{00E73A1F-2589-C848-AAF5-DBE3DCA43F8C}" type="pres">
      <dgm:prSet presAssocID="{6125FF34-062C-954F-B0F8-5B91E94B5AE0}" presName="Name19" presStyleLbl="parChTrans1D4" presStyleIdx="13" presStyleCnt="28"/>
      <dgm:spPr/>
    </dgm:pt>
    <dgm:pt modelId="{4487124E-1207-1844-AE07-BD9EF7156C54}" type="pres">
      <dgm:prSet presAssocID="{9027A738-D46E-8548-9267-8B1559F30962}" presName="Name21" presStyleCnt="0"/>
      <dgm:spPr/>
    </dgm:pt>
    <dgm:pt modelId="{5058587A-DD6D-5C4B-8E3D-7255DBED13AA}" type="pres">
      <dgm:prSet presAssocID="{9027A738-D46E-8548-9267-8B1559F30962}" presName="level2Shape" presStyleLbl="node4" presStyleIdx="13" presStyleCnt="28" custScaleX="152114"/>
      <dgm:spPr/>
    </dgm:pt>
    <dgm:pt modelId="{B3872B6E-C4B4-944A-8C8C-25758F770FA9}" type="pres">
      <dgm:prSet presAssocID="{9027A738-D46E-8548-9267-8B1559F30962}" presName="hierChild3" presStyleCnt="0"/>
      <dgm:spPr/>
    </dgm:pt>
    <dgm:pt modelId="{C70F08D4-7D62-9243-8649-6DA54BE3B9A7}" type="pres">
      <dgm:prSet presAssocID="{016C7C61-7F9B-954B-8E44-2973A74E36FB}" presName="Name19" presStyleLbl="parChTrans1D4" presStyleIdx="14" presStyleCnt="28"/>
      <dgm:spPr/>
    </dgm:pt>
    <dgm:pt modelId="{D4690CAE-8604-BC46-A670-2E97C3B50850}" type="pres">
      <dgm:prSet presAssocID="{1D93CD29-4B99-BF46-9DCA-A791A60DF985}" presName="Name21" presStyleCnt="0"/>
      <dgm:spPr/>
    </dgm:pt>
    <dgm:pt modelId="{80CE800E-D716-CE4C-8476-275D35A888AD}" type="pres">
      <dgm:prSet presAssocID="{1D93CD29-4B99-BF46-9DCA-A791A60DF985}" presName="level2Shape" presStyleLbl="node4" presStyleIdx="14" presStyleCnt="28" custScaleX="141640"/>
      <dgm:spPr/>
    </dgm:pt>
    <dgm:pt modelId="{1EF24CC3-FE46-B94C-95DB-1286B35C1856}" type="pres">
      <dgm:prSet presAssocID="{1D93CD29-4B99-BF46-9DCA-A791A60DF985}" presName="hierChild3" presStyleCnt="0"/>
      <dgm:spPr/>
    </dgm:pt>
    <dgm:pt modelId="{B40B67A3-0086-0744-83AC-B603D79BEA91}" type="pres">
      <dgm:prSet presAssocID="{EE064C35-0F4B-C849-B568-22BE6E679842}" presName="Name19" presStyleLbl="parChTrans1D4" presStyleIdx="15" presStyleCnt="28"/>
      <dgm:spPr/>
    </dgm:pt>
    <dgm:pt modelId="{19F83FDD-73C9-2A4D-AFCF-8EE6953F03B1}" type="pres">
      <dgm:prSet presAssocID="{3E98A7A8-1AB5-E541-A96B-A4DEFA99EF7C}" presName="Name21" presStyleCnt="0"/>
      <dgm:spPr/>
    </dgm:pt>
    <dgm:pt modelId="{7C3B8EAA-EECB-044D-B543-FEA039C4DAAD}" type="pres">
      <dgm:prSet presAssocID="{3E98A7A8-1AB5-E541-A96B-A4DEFA99EF7C}" presName="level2Shape" presStyleLbl="node4" presStyleIdx="15" presStyleCnt="28"/>
      <dgm:spPr/>
    </dgm:pt>
    <dgm:pt modelId="{650A884F-981F-D24F-9EB5-6A85C5FAEC9F}" type="pres">
      <dgm:prSet presAssocID="{3E98A7A8-1AB5-E541-A96B-A4DEFA99EF7C}" presName="hierChild3" presStyleCnt="0"/>
      <dgm:spPr/>
    </dgm:pt>
    <dgm:pt modelId="{E3C58868-D877-4443-853D-C62E154BD0BA}" type="pres">
      <dgm:prSet presAssocID="{D325538E-433E-5744-8E70-E326578E6FD0}" presName="Name19" presStyleLbl="parChTrans1D4" presStyleIdx="16" presStyleCnt="28"/>
      <dgm:spPr/>
    </dgm:pt>
    <dgm:pt modelId="{055A3216-DB08-2A42-8BE2-22C6A4765D76}" type="pres">
      <dgm:prSet presAssocID="{84B94806-2488-8844-A918-5DC21CCA51FD}" presName="Name21" presStyleCnt="0"/>
      <dgm:spPr/>
    </dgm:pt>
    <dgm:pt modelId="{DADA9D26-CD21-264D-A195-BAB90EEA6C13}" type="pres">
      <dgm:prSet presAssocID="{84B94806-2488-8844-A918-5DC21CCA51FD}" presName="level2Shape" presStyleLbl="node4" presStyleIdx="16" presStyleCnt="28"/>
      <dgm:spPr/>
    </dgm:pt>
    <dgm:pt modelId="{BEDB06BA-D40A-C24F-B527-88E912368054}" type="pres">
      <dgm:prSet presAssocID="{84B94806-2488-8844-A918-5DC21CCA51FD}" presName="hierChild3" presStyleCnt="0"/>
      <dgm:spPr/>
    </dgm:pt>
    <dgm:pt modelId="{B65F5F57-8D9E-2042-935D-5B5FC49CB052}" type="pres">
      <dgm:prSet presAssocID="{969A2F8F-40B8-694D-A6E0-9612EBBB96FA}" presName="Name19" presStyleLbl="parChTrans1D4" presStyleIdx="17" presStyleCnt="28"/>
      <dgm:spPr/>
    </dgm:pt>
    <dgm:pt modelId="{5ED7B936-AE6D-7040-B9EF-23F8145BE323}" type="pres">
      <dgm:prSet presAssocID="{45E3BF0C-8B75-6B4B-92B2-5F5C4CC9DCD3}" presName="Name21" presStyleCnt="0"/>
      <dgm:spPr/>
    </dgm:pt>
    <dgm:pt modelId="{C59777A9-064D-F14B-ACC7-01CF55DB0238}" type="pres">
      <dgm:prSet presAssocID="{45E3BF0C-8B75-6B4B-92B2-5F5C4CC9DCD3}" presName="level2Shape" presStyleLbl="node4" presStyleIdx="17" presStyleCnt="28"/>
      <dgm:spPr/>
    </dgm:pt>
    <dgm:pt modelId="{26BE52D9-46C3-0341-842E-A4EEFB0ED69E}" type="pres">
      <dgm:prSet presAssocID="{45E3BF0C-8B75-6B4B-92B2-5F5C4CC9DCD3}" presName="hierChild3" presStyleCnt="0"/>
      <dgm:spPr/>
    </dgm:pt>
    <dgm:pt modelId="{46FBAF3C-3DA7-2F4B-A955-384B6B7BA741}" type="pres">
      <dgm:prSet presAssocID="{54A232D7-3DA0-E247-BE75-5595956F90B4}" presName="Name19" presStyleLbl="parChTrans1D4" presStyleIdx="18" presStyleCnt="28"/>
      <dgm:spPr/>
    </dgm:pt>
    <dgm:pt modelId="{47C263D9-02D0-8A42-95C8-71F0E4BA9F98}" type="pres">
      <dgm:prSet presAssocID="{07EE08FE-66D4-4440-8966-D399B6E6A2A0}" presName="Name21" presStyleCnt="0"/>
      <dgm:spPr/>
    </dgm:pt>
    <dgm:pt modelId="{FDA92207-92A6-1440-B0B7-AAB609514D20}" type="pres">
      <dgm:prSet presAssocID="{07EE08FE-66D4-4440-8966-D399B6E6A2A0}" presName="level2Shape" presStyleLbl="node4" presStyleIdx="18" presStyleCnt="28"/>
      <dgm:spPr/>
    </dgm:pt>
    <dgm:pt modelId="{D1044922-4229-A348-B5F9-D81978FAC452}" type="pres">
      <dgm:prSet presAssocID="{07EE08FE-66D4-4440-8966-D399B6E6A2A0}" presName="hierChild3" presStyleCnt="0"/>
      <dgm:spPr/>
    </dgm:pt>
    <dgm:pt modelId="{C3E72A24-B8C4-1A46-A7F4-1C4EC104E5B4}" type="pres">
      <dgm:prSet presAssocID="{9A730DAB-4556-6B4A-B6D3-0C46442A50F0}" presName="Name19" presStyleLbl="parChTrans1D4" presStyleIdx="19" presStyleCnt="28"/>
      <dgm:spPr/>
    </dgm:pt>
    <dgm:pt modelId="{4B770172-DF01-2A43-960C-340F1D6CD742}" type="pres">
      <dgm:prSet presAssocID="{6ADC8A2D-313D-804E-A09A-3A8B81DB1F9D}" presName="Name21" presStyleCnt="0"/>
      <dgm:spPr/>
    </dgm:pt>
    <dgm:pt modelId="{7DD5E14A-80C6-8A49-9FA5-B89B7B1F864E}" type="pres">
      <dgm:prSet presAssocID="{6ADC8A2D-313D-804E-A09A-3A8B81DB1F9D}" presName="level2Shape" presStyleLbl="node4" presStyleIdx="19" presStyleCnt="28"/>
      <dgm:spPr/>
    </dgm:pt>
    <dgm:pt modelId="{3536B8F2-BEC6-7D4C-A73D-2BBBB420E9A3}" type="pres">
      <dgm:prSet presAssocID="{6ADC8A2D-313D-804E-A09A-3A8B81DB1F9D}" presName="hierChild3" presStyleCnt="0"/>
      <dgm:spPr/>
    </dgm:pt>
    <dgm:pt modelId="{E1BC3050-B0E0-CF47-A20B-83B3E4C110EE}" type="pres">
      <dgm:prSet presAssocID="{220B1C22-BEA0-9A4D-8413-F6A3D757ECA8}" presName="Name19" presStyleLbl="parChTrans1D4" presStyleIdx="20" presStyleCnt="28"/>
      <dgm:spPr/>
    </dgm:pt>
    <dgm:pt modelId="{EB33481B-F124-8941-BE40-47DC44216EB2}" type="pres">
      <dgm:prSet presAssocID="{4024E998-B50F-1A46-8CCB-2CAFAD87EB42}" presName="Name21" presStyleCnt="0"/>
      <dgm:spPr/>
    </dgm:pt>
    <dgm:pt modelId="{A28918B1-BAD7-7C42-BF2C-A188395A8F0D}" type="pres">
      <dgm:prSet presAssocID="{4024E998-B50F-1A46-8CCB-2CAFAD87EB42}" presName="level2Shape" presStyleLbl="node4" presStyleIdx="20" presStyleCnt="28"/>
      <dgm:spPr/>
    </dgm:pt>
    <dgm:pt modelId="{407042B1-06B2-9043-BA26-4B2634421807}" type="pres">
      <dgm:prSet presAssocID="{4024E998-B50F-1A46-8CCB-2CAFAD87EB42}" presName="hierChild3" presStyleCnt="0"/>
      <dgm:spPr/>
    </dgm:pt>
    <dgm:pt modelId="{DFFC8508-82BF-744B-AFAE-F5EFC500824C}" type="pres">
      <dgm:prSet presAssocID="{AFBF910A-0B25-7641-BFB4-4050EF105045}" presName="Name19" presStyleLbl="parChTrans1D4" presStyleIdx="21" presStyleCnt="28"/>
      <dgm:spPr/>
    </dgm:pt>
    <dgm:pt modelId="{2C038715-6DEF-234F-8928-3D79D05ADB74}" type="pres">
      <dgm:prSet presAssocID="{BF78A935-A5E9-CE45-AC08-31A07FF8FB21}" presName="Name21" presStyleCnt="0"/>
      <dgm:spPr/>
    </dgm:pt>
    <dgm:pt modelId="{6BF3C7EC-29CB-E343-896F-018F10B7DF8F}" type="pres">
      <dgm:prSet presAssocID="{BF78A935-A5E9-CE45-AC08-31A07FF8FB21}" presName="level2Shape" presStyleLbl="node4" presStyleIdx="21" presStyleCnt="28" custScaleX="141965"/>
      <dgm:spPr/>
    </dgm:pt>
    <dgm:pt modelId="{1F07C540-7C9B-3A43-89AE-38B65F538A1E}" type="pres">
      <dgm:prSet presAssocID="{BF78A935-A5E9-CE45-AC08-31A07FF8FB21}" presName="hierChild3" presStyleCnt="0"/>
      <dgm:spPr/>
    </dgm:pt>
    <dgm:pt modelId="{8BFD7355-1306-0A4D-AF6B-169EA1902B61}" type="pres">
      <dgm:prSet presAssocID="{DC557E7A-DE4D-3B43-8538-46B3D814143D}" presName="Name19" presStyleLbl="parChTrans1D4" presStyleIdx="22" presStyleCnt="28"/>
      <dgm:spPr/>
    </dgm:pt>
    <dgm:pt modelId="{3480F946-6D94-0C46-88EE-0146E127E96B}" type="pres">
      <dgm:prSet presAssocID="{BA4CF7ED-EE26-CB4F-A9AB-435EDC962416}" presName="Name21" presStyleCnt="0"/>
      <dgm:spPr/>
    </dgm:pt>
    <dgm:pt modelId="{69ECCC0F-965A-A844-9E52-6D8F6790303D}" type="pres">
      <dgm:prSet presAssocID="{BA4CF7ED-EE26-CB4F-A9AB-435EDC962416}" presName="level2Shape" presStyleLbl="node4" presStyleIdx="22" presStyleCnt="28"/>
      <dgm:spPr/>
    </dgm:pt>
    <dgm:pt modelId="{F283076E-F512-A744-BDD1-1D81659C4F1E}" type="pres">
      <dgm:prSet presAssocID="{BA4CF7ED-EE26-CB4F-A9AB-435EDC962416}" presName="hierChild3" presStyleCnt="0"/>
      <dgm:spPr/>
    </dgm:pt>
    <dgm:pt modelId="{C9786647-F35D-DB4D-9989-9A27404EA49D}" type="pres">
      <dgm:prSet presAssocID="{D6EABFBD-F8E4-EE44-AE37-FE51F6593AF7}" presName="Name19" presStyleLbl="parChTrans1D4" presStyleIdx="23" presStyleCnt="28"/>
      <dgm:spPr/>
    </dgm:pt>
    <dgm:pt modelId="{813B4804-6C69-E54A-8A95-D4E8067F133C}" type="pres">
      <dgm:prSet presAssocID="{AE17C37C-D16D-3D46-A72C-3D1346D8FBC0}" presName="Name21" presStyleCnt="0"/>
      <dgm:spPr/>
    </dgm:pt>
    <dgm:pt modelId="{21B8B7FB-FF8D-EC4F-8252-83FB6EC7DD43}" type="pres">
      <dgm:prSet presAssocID="{AE17C37C-D16D-3D46-A72C-3D1346D8FBC0}" presName="level2Shape" presStyleLbl="node4" presStyleIdx="23" presStyleCnt="28"/>
      <dgm:spPr/>
    </dgm:pt>
    <dgm:pt modelId="{B58E3534-BB63-FC4C-B8D2-FC2A13D3B251}" type="pres">
      <dgm:prSet presAssocID="{AE17C37C-D16D-3D46-A72C-3D1346D8FBC0}" presName="hierChild3" presStyleCnt="0"/>
      <dgm:spPr/>
    </dgm:pt>
    <dgm:pt modelId="{988A3B69-7904-AF43-9640-5BD86CEE3C18}" type="pres">
      <dgm:prSet presAssocID="{10BD241B-45A7-6342-B13C-CB270A22205A}" presName="Name19" presStyleLbl="parChTrans1D3" presStyleIdx="4" presStyleCnt="5"/>
      <dgm:spPr/>
    </dgm:pt>
    <dgm:pt modelId="{0A80B70D-0E52-AC41-93CF-1897BC17B084}" type="pres">
      <dgm:prSet presAssocID="{0C145E73-DEAD-0247-BCAA-357E2478A584}" presName="Name21" presStyleCnt="0"/>
      <dgm:spPr/>
    </dgm:pt>
    <dgm:pt modelId="{A17444FD-3C6B-6249-A2A5-61E2FB2E6B2C}" type="pres">
      <dgm:prSet presAssocID="{0C145E73-DEAD-0247-BCAA-357E2478A584}" presName="level2Shape" presStyleLbl="node3" presStyleIdx="4" presStyleCnt="5" custScaleX="155840"/>
      <dgm:spPr/>
    </dgm:pt>
    <dgm:pt modelId="{BC1E8AA9-51C7-A547-851D-0571ED523B26}" type="pres">
      <dgm:prSet presAssocID="{0C145E73-DEAD-0247-BCAA-357E2478A584}" presName="hierChild3" presStyleCnt="0"/>
      <dgm:spPr/>
    </dgm:pt>
    <dgm:pt modelId="{3AEB0F24-932E-BB42-94EF-593E13778973}" type="pres">
      <dgm:prSet presAssocID="{4C805BBA-382F-A049-B376-6483992DAD10}" presName="Name19" presStyleLbl="parChTrans1D4" presStyleIdx="24" presStyleCnt="28"/>
      <dgm:spPr/>
    </dgm:pt>
    <dgm:pt modelId="{B72D6A80-3CD4-644C-B065-5ECEEDA25096}" type="pres">
      <dgm:prSet presAssocID="{7542AC43-A26E-374D-80B7-4D1EF363605A}" presName="Name21" presStyleCnt="0"/>
      <dgm:spPr/>
    </dgm:pt>
    <dgm:pt modelId="{31BF1C97-30E3-6E45-8473-758DE0A03F0B}" type="pres">
      <dgm:prSet presAssocID="{7542AC43-A26E-374D-80B7-4D1EF363605A}" presName="level2Shape" presStyleLbl="node4" presStyleIdx="24" presStyleCnt="28"/>
      <dgm:spPr/>
    </dgm:pt>
    <dgm:pt modelId="{54C67F06-CC8A-784C-8614-3B5804C7EA40}" type="pres">
      <dgm:prSet presAssocID="{7542AC43-A26E-374D-80B7-4D1EF363605A}" presName="hierChild3" presStyleCnt="0"/>
      <dgm:spPr/>
    </dgm:pt>
    <dgm:pt modelId="{0336918E-648B-5B4C-88C7-7B85EA93B746}" type="pres">
      <dgm:prSet presAssocID="{9BF8A970-9F9D-F342-88DD-D400A06A5E1D}" presName="Name19" presStyleLbl="parChTrans1D4" presStyleIdx="25" presStyleCnt="28"/>
      <dgm:spPr/>
    </dgm:pt>
    <dgm:pt modelId="{72178F30-3F9D-9C4D-AF31-82416CF5F5D8}" type="pres">
      <dgm:prSet presAssocID="{19E18F98-0B6A-3345-952B-D02C5CD0B4F3}" presName="Name21" presStyleCnt="0"/>
      <dgm:spPr/>
    </dgm:pt>
    <dgm:pt modelId="{CA7DE5B6-89A5-7F4C-A944-BA73944B6786}" type="pres">
      <dgm:prSet presAssocID="{19E18F98-0B6A-3345-952B-D02C5CD0B4F3}" presName="level2Shape" presStyleLbl="node4" presStyleIdx="25" presStyleCnt="28"/>
      <dgm:spPr/>
    </dgm:pt>
    <dgm:pt modelId="{67C17FDB-715E-2941-BB69-C8948CDAFDE7}" type="pres">
      <dgm:prSet presAssocID="{19E18F98-0B6A-3345-952B-D02C5CD0B4F3}" presName="hierChild3" presStyleCnt="0"/>
      <dgm:spPr/>
    </dgm:pt>
    <dgm:pt modelId="{1DCA5A62-3E3E-A24E-8C8E-BAB9BE3496BB}" type="pres">
      <dgm:prSet presAssocID="{1F980DE6-5DA3-0C48-9B2C-7328323C0AC6}" presName="Name19" presStyleLbl="parChTrans1D4" presStyleIdx="26" presStyleCnt="28"/>
      <dgm:spPr/>
    </dgm:pt>
    <dgm:pt modelId="{21B21C5B-E799-A64F-900C-77E18E8741AC}" type="pres">
      <dgm:prSet presAssocID="{A56AD998-7D40-8C40-8818-E5A1FEE5B6A8}" presName="Name21" presStyleCnt="0"/>
      <dgm:spPr/>
    </dgm:pt>
    <dgm:pt modelId="{85C34ADF-CF01-294E-92FB-FD61CA2D846C}" type="pres">
      <dgm:prSet presAssocID="{A56AD998-7D40-8C40-8818-E5A1FEE5B6A8}" presName="level2Shape" presStyleLbl="node4" presStyleIdx="26" presStyleCnt="28"/>
      <dgm:spPr/>
    </dgm:pt>
    <dgm:pt modelId="{15368AD2-94BD-9B40-A9D1-265AF1867BE7}" type="pres">
      <dgm:prSet presAssocID="{A56AD998-7D40-8C40-8818-E5A1FEE5B6A8}" presName="hierChild3" presStyleCnt="0"/>
      <dgm:spPr/>
    </dgm:pt>
    <dgm:pt modelId="{44663AAA-1F41-3240-A15B-FECC403DAF13}" type="pres">
      <dgm:prSet presAssocID="{F052632B-0C93-5B4C-8165-6B4363DCE79D}" presName="Name19" presStyleLbl="parChTrans1D4" presStyleIdx="27" presStyleCnt="28"/>
      <dgm:spPr/>
    </dgm:pt>
    <dgm:pt modelId="{CC27D21A-9732-0C44-8F71-63AE2D9A651F}" type="pres">
      <dgm:prSet presAssocID="{FEF709D7-9165-D04B-A0C4-072B2BCC4DB1}" presName="Name21" presStyleCnt="0"/>
      <dgm:spPr/>
    </dgm:pt>
    <dgm:pt modelId="{173C2315-5DCE-4C4B-ADF9-D42EE575B366}" type="pres">
      <dgm:prSet presAssocID="{FEF709D7-9165-D04B-A0C4-072B2BCC4DB1}" presName="level2Shape" presStyleLbl="node4" presStyleIdx="27" presStyleCnt="28"/>
      <dgm:spPr/>
    </dgm:pt>
    <dgm:pt modelId="{D8E6AC38-1998-6749-9BE6-FD02A8BCB954}" type="pres">
      <dgm:prSet presAssocID="{FEF709D7-9165-D04B-A0C4-072B2BCC4DB1}" presName="hierChild3" presStyleCnt="0"/>
      <dgm:spPr/>
    </dgm:pt>
    <dgm:pt modelId="{D7DA2AF3-0122-D141-8313-2C7043C0F308}" type="pres">
      <dgm:prSet presAssocID="{7EA86F45-71BF-FD4E-A597-15A4043741AE}" presName="bgShapesFlow" presStyleCnt="0"/>
      <dgm:spPr/>
    </dgm:pt>
  </dgm:ptLst>
  <dgm:cxnLst>
    <dgm:cxn modelId="{808A9104-DC7B-F741-A920-307B7043B131}" type="presOf" srcId="{3E98A7A8-1AB5-E541-A96B-A4DEFA99EF7C}" destId="{7C3B8EAA-EECB-044D-B543-FEA039C4DAAD}" srcOrd="0" destOrd="0" presId="urn:microsoft.com/office/officeart/2005/8/layout/hierarchy6"/>
    <dgm:cxn modelId="{42852207-337D-8443-ADF3-361187BD8689}" type="presOf" srcId="{6AA7A203-17A3-7142-A2FE-26CDC652B7C9}" destId="{562879EF-88C3-F746-B307-36620300A391}" srcOrd="0" destOrd="0" presId="urn:microsoft.com/office/officeart/2005/8/layout/hierarchy6"/>
    <dgm:cxn modelId="{FC24D00D-C3A8-5847-8B37-961C940640F8}" type="presOf" srcId="{7EA86F45-71BF-FD4E-A597-15A4043741AE}" destId="{8EC3BE8A-229C-3D40-95B8-B7555FC01CC2}" srcOrd="0" destOrd="0" presId="urn:microsoft.com/office/officeart/2005/8/layout/hierarchy6"/>
    <dgm:cxn modelId="{F4580310-B4DF-0147-97A7-D9ECCA30F55E}" type="presOf" srcId="{6ADC8A2D-313D-804E-A09A-3A8B81DB1F9D}" destId="{7DD5E14A-80C6-8A49-9FA5-B89B7B1F864E}" srcOrd="0" destOrd="0" presId="urn:microsoft.com/office/officeart/2005/8/layout/hierarchy6"/>
    <dgm:cxn modelId="{55EB0411-0FAD-9E4D-B30D-0F37E4619FA6}" type="presOf" srcId="{9027A738-D46E-8548-9267-8B1559F30962}" destId="{5058587A-DD6D-5C4B-8E3D-7255DBED13AA}" srcOrd="0" destOrd="0" presId="urn:microsoft.com/office/officeart/2005/8/layout/hierarchy6"/>
    <dgm:cxn modelId="{F7865711-A2DF-8141-ADC7-8D6E5B2BAC9F}" type="presOf" srcId="{D6EABFBD-F8E4-EE44-AE37-FE51F6593AF7}" destId="{C9786647-F35D-DB4D-9989-9A27404EA49D}" srcOrd="0" destOrd="0" presId="urn:microsoft.com/office/officeart/2005/8/layout/hierarchy6"/>
    <dgm:cxn modelId="{A7120214-4FDB-BA47-A920-36889CCB07C5}" type="presOf" srcId="{86B9FB1D-DA59-0E4F-B808-0D92FA098B6B}" destId="{B0D290AE-A31D-864A-97C1-6D6FB7EE1152}" srcOrd="0" destOrd="0" presId="urn:microsoft.com/office/officeart/2005/8/layout/hierarchy6"/>
    <dgm:cxn modelId="{EF558B1B-CADD-7649-B6B7-F11FFD19C214}" srcId="{84B94806-2488-8844-A918-5DC21CCA51FD}" destId="{07EE08FE-66D4-4440-8966-D399B6E6A2A0}" srcOrd="1" destOrd="0" parTransId="{54A232D7-3DA0-E247-BE75-5595956F90B4}" sibTransId="{8AFBE007-3402-6F42-A87F-044748B88CD4}"/>
    <dgm:cxn modelId="{759D2A1C-5F4E-0642-92E9-B8BF168E4CE1}" type="presOf" srcId="{AFBF910A-0B25-7641-BFB4-4050EF105045}" destId="{DFFC8508-82BF-744B-AFAE-F5EFC500824C}" srcOrd="0" destOrd="0" presId="urn:microsoft.com/office/officeart/2005/8/layout/hierarchy6"/>
    <dgm:cxn modelId="{811D5F1D-5F9E-AD4B-A409-BA692FD739AC}" type="presOf" srcId="{6A1A3E69-D0C1-CF4D-A6D9-F14576B743C4}" destId="{ADF2FF3D-824F-C040-A661-F0E6CDBEA72B}" srcOrd="0" destOrd="0" presId="urn:microsoft.com/office/officeart/2005/8/layout/hierarchy6"/>
    <dgm:cxn modelId="{1F3E4D1E-54AD-8F44-927F-7D3432E7BCD0}" type="presOf" srcId="{84B94806-2488-8844-A918-5DC21CCA51FD}" destId="{DADA9D26-CD21-264D-A195-BAB90EEA6C13}" srcOrd="0" destOrd="0" presId="urn:microsoft.com/office/officeart/2005/8/layout/hierarchy6"/>
    <dgm:cxn modelId="{C961F01E-DC57-4045-BC8D-C7E89F43C69C}" type="presOf" srcId="{EFD88A32-FB6A-CE4F-8C3D-2D3836438108}" destId="{6F992332-AD66-9A4C-BB66-E47F0685EE3B}" srcOrd="0" destOrd="0" presId="urn:microsoft.com/office/officeart/2005/8/layout/hierarchy6"/>
    <dgm:cxn modelId="{21CEB724-AAFF-9D43-9EDF-BF4519ABDD38}" type="presOf" srcId="{C43D0627-BDEB-C642-B48D-E2D54FF3932E}" destId="{199F1C70-0806-2D48-A65A-7B4475C40A68}" srcOrd="0" destOrd="0" presId="urn:microsoft.com/office/officeart/2005/8/layout/hierarchy6"/>
    <dgm:cxn modelId="{73388027-4643-EA43-8D34-D230125A03BC}" srcId="{7A533226-8A20-7D44-9E10-93B436BAF792}" destId="{9027A738-D46E-8548-9267-8B1559F30962}" srcOrd="1" destOrd="0" parTransId="{6125FF34-062C-954F-B0F8-5B91E94B5AE0}" sibTransId="{5DB1E5AE-7DD1-884A-9064-AD78968AF902}"/>
    <dgm:cxn modelId="{FBF9282A-9256-6C4B-B8D2-4EC2C1E58944}" srcId="{1BF78037-92A9-A84C-8A1A-FB75853B2EDA}" destId="{AA39E1A2-A351-C643-B8D5-315A8B6432F5}" srcOrd="1" destOrd="0" parTransId="{6AA7A203-17A3-7142-A2FE-26CDC652B7C9}" sibTransId="{99AF8F02-220C-FA44-99D7-44799F3D3CEE}"/>
    <dgm:cxn modelId="{5006CE2C-CFF5-A340-BEEE-44931B2E9F35}" type="presOf" srcId="{3620E965-1C35-0A43-87B8-8A312C7E6813}" destId="{F2B9CD1C-3671-1145-8115-3465356FECD0}" srcOrd="0" destOrd="0" presId="urn:microsoft.com/office/officeart/2005/8/layout/hierarchy6"/>
    <dgm:cxn modelId="{255DEE2F-4D4A-9341-B689-26F63E02CDF9}" srcId="{283A16BE-A5F0-DD45-8D00-B50ADCAE34F3}" destId="{6A1A3E69-D0C1-CF4D-A6D9-F14576B743C4}" srcOrd="0" destOrd="0" parTransId="{495E391F-019C-4F48-BD0A-16314A482239}" sibTransId="{32006443-3670-5B4E-9450-7293F23775D5}"/>
    <dgm:cxn modelId="{418D7132-E42D-7947-9EDC-B3C102533535}" srcId="{7EA86F45-71BF-FD4E-A597-15A4043741AE}" destId="{A11D2F1E-8450-FA4F-9728-251BF8601E9F}" srcOrd="0" destOrd="0" parTransId="{1D8DC09B-741E-BA46-91DB-F44EFF0937CB}" sibTransId="{E07A4BEB-8F9F-8E4E-A24C-FB02A217D639}"/>
    <dgm:cxn modelId="{25C38634-3F79-EE4F-9E7E-4CAA3B1C8D95}" type="presOf" srcId="{E7C91E95-0D4A-BF46-8469-7E5C95E24EFD}" destId="{AF64EA07-00D1-1447-9D07-9DEC8078639E}" srcOrd="0" destOrd="0" presId="urn:microsoft.com/office/officeart/2005/8/layout/hierarchy6"/>
    <dgm:cxn modelId="{C3552735-8AB1-E242-A5C2-8C0BB24E1037}" type="presOf" srcId="{07EE08FE-66D4-4440-8966-D399B6E6A2A0}" destId="{FDA92207-92A6-1440-B0B7-AAB609514D20}" srcOrd="0" destOrd="0" presId="urn:microsoft.com/office/officeart/2005/8/layout/hierarchy6"/>
    <dgm:cxn modelId="{B8446F37-010E-2F41-8DC0-49EDB00D1A0A}" srcId="{C21EC14D-1463-A146-A0A0-B62915B0498F}" destId="{3620E965-1C35-0A43-87B8-8A312C7E6813}" srcOrd="3" destOrd="0" parTransId="{4A356443-FB3E-D44E-B244-1F2418D45787}" sibTransId="{C854679F-4EC9-ED4C-B1E0-5DDA35968AE7}"/>
    <dgm:cxn modelId="{418BF737-331B-4645-9394-DA5252078AC0}" type="presOf" srcId="{7542AC43-A26E-374D-80B7-4D1EF363605A}" destId="{31BF1C97-30E3-6E45-8473-758DE0A03F0B}" srcOrd="0" destOrd="0" presId="urn:microsoft.com/office/officeart/2005/8/layout/hierarchy6"/>
    <dgm:cxn modelId="{7EF33038-B1E9-9648-8A06-B915A7FA346D}" type="presOf" srcId="{45E3BF0C-8B75-6B4B-92B2-5F5C4CC9DCD3}" destId="{C59777A9-064D-F14B-ACC7-01CF55DB0238}" srcOrd="0" destOrd="0" presId="urn:microsoft.com/office/officeart/2005/8/layout/hierarchy6"/>
    <dgm:cxn modelId="{85DA8539-92B6-6940-99B4-ECD7E3692BCA}" srcId="{0C145E73-DEAD-0247-BCAA-357E2478A584}" destId="{7542AC43-A26E-374D-80B7-4D1EF363605A}" srcOrd="0" destOrd="0" parTransId="{4C805BBA-382F-A049-B376-6483992DAD10}" sibTransId="{96B51406-C743-834A-88D1-882F84565084}"/>
    <dgm:cxn modelId="{5DE3183A-BDEE-F34A-97FD-A7076CC46395}" type="presOf" srcId="{E3E9E930-16F9-5342-96F4-C55358DF2F53}" destId="{452D9FE2-74E6-FA42-9681-03C085C786B6}" srcOrd="0" destOrd="0" presId="urn:microsoft.com/office/officeart/2005/8/layout/hierarchy6"/>
    <dgm:cxn modelId="{CE25653A-DA9B-9E46-94E9-A97A13AD27E0}" srcId="{A56AD998-7D40-8C40-8818-E5A1FEE5B6A8}" destId="{FEF709D7-9165-D04B-A0C4-072B2BCC4DB1}" srcOrd="0" destOrd="0" parTransId="{F052632B-0C93-5B4C-8165-6B4363DCE79D}" sibTransId="{1F24D950-4B0C-1D40-ADBA-B1024B760AA1}"/>
    <dgm:cxn modelId="{92845F5B-A571-5146-990D-96060C1AB948}" srcId="{C21EC14D-1463-A146-A0A0-B62915B0498F}" destId="{8DBF789C-92BE-7745-A958-A96038304AF8}" srcOrd="2" destOrd="0" parTransId="{E3E9E930-16F9-5342-96F4-C55358DF2F53}" sibTransId="{7A2EC728-130E-C542-B675-3BAE30650025}"/>
    <dgm:cxn modelId="{8435CB5E-792D-5A4D-AA54-93D8E18DB112}" type="presOf" srcId="{220B1C22-BEA0-9A4D-8413-F6A3D757ECA8}" destId="{E1BC3050-B0E0-CF47-A20B-83B3E4C110EE}" srcOrd="0" destOrd="0" presId="urn:microsoft.com/office/officeart/2005/8/layout/hierarchy6"/>
    <dgm:cxn modelId="{3ACFBE60-B6F4-6248-B816-BD51E5CF438A}" type="presOf" srcId="{76AB44F8-E9D9-7F4D-9E69-19819B1E1F8A}" destId="{86E0ABDA-9FA5-3F42-A2B6-05E0239A4E81}" srcOrd="0" destOrd="0" presId="urn:microsoft.com/office/officeart/2005/8/layout/hierarchy6"/>
    <dgm:cxn modelId="{71EEED60-528A-CC4A-A72B-EEA680E36910}" srcId="{1D93CD29-4B99-BF46-9DCA-A791A60DF985}" destId="{3E98A7A8-1AB5-E541-A96B-A4DEFA99EF7C}" srcOrd="0" destOrd="0" parTransId="{EE064C35-0F4B-C849-B568-22BE6E679842}" sibTransId="{47B28312-6C68-9E46-A48C-41C93FDB36D2}"/>
    <dgm:cxn modelId="{BB624442-A1F0-514C-8499-3932066955FC}" type="presOf" srcId="{8F514BF0-2C8C-6349-919B-A90AD9F12F73}" destId="{25E93AE6-F78B-B745-9E63-BB24871A813C}" srcOrd="0" destOrd="0" presId="urn:microsoft.com/office/officeart/2005/8/layout/hierarchy6"/>
    <dgm:cxn modelId="{91A15E43-92AC-BA4E-8CB4-B0B18A0B0B45}" srcId="{A11D2F1E-8450-FA4F-9728-251BF8601E9F}" destId="{FE0E7B52-DA2F-944A-83EF-D0F08B6D9BB5}" srcOrd="1" destOrd="0" parTransId="{C43D0627-BDEB-C642-B48D-E2D54FF3932E}" sibTransId="{2A2325D8-891D-AD4A-999F-5CA6336C2C23}"/>
    <dgm:cxn modelId="{64E87F65-4BE6-1349-B0D1-74BBF675C007}" srcId="{7A533226-8A20-7D44-9E10-93B436BAF792}" destId="{0316EE1F-516F-BE4C-9A71-3ACC25BFE603}" srcOrd="0" destOrd="0" parTransId="{E7C91E95-0D4A-BF46-8469-7E5C95E24EFD}" sibTransId="{EB012AC2-427B-A442-AE73-FC915B3E479D}"/>
    <dgm:cxn modelId="{2A231A52-4019-6740-B8F9-5131FAB4BADC}" type="presOf" srcId="{2672D2EE-6D58-994C-85A7-46126A487014}" destId="{65AC542B-3133-6C4F-9E14-107066483D63}" srcOrd="0" destOrd="0" presId="urn:microsoft.com/office/officeart/2005/8/layout/hierarchy6"/>
    <dgm:cxn modelId="{DC1A0654-FFC1-964F-B27A-D2E2A8FE6E95}" srcId="{8DBF789C-92BE-7745-A958-A96038304AF8}" destId="{66CB189C-F2C1-8D49-B163-7A85C34AD174}" srcOrd="0" destOrd="0" parTransId="{D7A7D2ED-6E06-3248-8AE9-CF9725F46E7E}" sibTransId="{87571409-65B0-7148-A984-EE83FC5B4070}"/>
    <dgm:cxn modelId="{1EBF1054-A872-5847-933A-2F20EA9DF34F}" srcId="{FE0E7B52-DA2F-944A-83EF-D0F08B6D9BB5}" destId="{1BF78037-92A9-A84C-8A1A-FB75853B2EDA}" srcOrd="0" destOrd="0" parTransId="{3629DFD0-1D00-2F4A-A7F1-838ED946DA43}" sibTransId="{0138363B-90A8-F44E-87BF-A42D07296B79}"/>
    <dgm:cxn modelId="{F2B92C55-064A-634A-98C0-589E4CA72237}" srcId="{173764D8-48E4-C64E-A1EA-7CB334793C2A}" destId="{EFD88A32-FB6A-CE4F-8C3D-2D3836438108}" srcOrd="0" destOrd="0" parTransId="{4D96C689-7438-0748-A082-95854DD4E209}" sibTransId="{8C28F546-88CA-8246-9DAB-C27589B16AE5}"/>
    <dgm:cxn modelId="{793F3375-B4DA-2B4E-B364-EF795B753A3C}" type="presOf" srcId="{969A2F8F-40B8-694D-A6E0-9612EBBB96FA}" destId="{B65F5F57-8D9E-2042-935D-5B5FC49CB052}" srcOrd="0" destOrd="0" presId="urn:microsoft.com/office/officeart/2005/8/layout/hierarchy6"/>
    <dgm:cxn modelId="{190A9755-CB3E-7841-AC7E-3A463D0FED91}" srcId="{FFB6CE4B-0513-3C40-9506-788BB5DC1D8A}" destId="{76AB44F8-E9D9-7F4D-9E69-19819B1E1F8A}" srcOrd="0" destOrd="0" parTransId="{9A590C12-F65B-C747-983E-028D249A59A5}" sibTransId="{B14F60A8-9D2A-CB4A-8AE2-1EDAC33699F0}"/>
    <dgm:cxn modelId="{9C0B3756-F0D7-4B41-BCA3-3F9B697AE060}" type="presOf" srcId="{D325538E-433E-5744-8E70-E326578E6FD0}" destId="{E3C58868-D877-4443-853D-C62E154BD0BA}" srcOrd="0" destOrd="0" presId="urn:microsoft.com/office/officeart/2005/8/layout/hierarchy6"/>
    <dgm:cxn modelId="{4B0F3F76-D6CE-E843-B9C3-883141DDC295}" srcId="{9027A738-D46E-8548-9267-8B1559F30962}" destId="{84B94806-2488-8844-A918-5DC21CCA51FD}" srcOrd="1" destOrd="0" parTransId="{D325538E-433E-5744-8E70-E326578E6FD0}" sibTransId="{2B38DD9E-38EC-A549-8002-C6568E9B9B3D}"/>
    <dgm:cxn modelId="{E2B39B76-7CAA-FF47-90E7-BC591A6BCA95}" type="presOf" srcId="{9BF8A970-9F9D-F342-88DD-D400A06A5E1D}" destId="{0336918E-648B-5B4C-88C7-7B85EA93B746}" srcOrd="0" destOrd="0" presId="urn:microsoft.com/office/officeart/2005/8/layout/hierarchy6"/>
    <dgm:cxn modelId="{656AF476-6FB4-1C49-B3C7-3881D159B1AA}" type="presOf" srcId="{7C2CEFF1-B82E-3F47-A816-FA9FFAFFB666}" destId="{51AAB30F-87A7-A144-BCEA-E80FE04884FC}" srcOrd="0" destOrd="0" presId="urn:microsoft.com/office/officeart/2005/8/layout/hierarchy6"/>
    <dgm:cxn modelId="{07E60477-F2A3-3240-B80E-65EFBF473D91}" srcId="{9027A738-D46E-8548-9267-8B1559F30962}" destId="{1D93CD29-4B99-BF46-9DCA-A791A60DF985}" srcOrd="0" destOrd="0" parTransId="{016C7C61-7F9B-954B-8E44-2973A74E36FB}" sibTransId="{5F15ACF1-9E3B-C743-AB90-213C77003249}"/>
    <dgm:cxn modelId="{7191125A-71EE-3445-BF5F-E9E981F3804C}" type="presOf" srcId="{CE660CCF-0132-DA4B-AC62-8451BA715724}" destId="{11550FC5-A5EF-2E49-B145-61814182A1F2}" srcOrd="0" destOrd="0" presId="urn:microsoft.com/office/officeart/2005/8/layout/hierarchy6"/>
    <dgm:cxn modelId="{6C3ABF7A-14CE-3946-A6BB-FB7A2892C8A2}" type="presOf" srcId="{A11D2F1E-8450-FA4F-9728-251BF8601E9F}" destId="{93305231-62FE-A041-A62A-5E270C0A5BCD}" srcOrd="0" destOrd="0" presId="urn:microsoft.com/office/officeart/2005/8/layout/hierarchy6"/>
    <dgm:cxn modelId="{7B4AF07E-429E-4146-BA59-E490BC2706D6}" srcId="{84B94806-2488-8844-A918-5DC21CCA51FD}" destId="{45E3BF0C-8B75-6B4B-92B2-5F5C4CC9DCD3}" srcOrd="0" destOrd="0" parTransId="{969A2F8F-40B8-694D-A6E0-9612EBBB96FA}" sibTransId="{C3721F33-ED50-5B4A-9B6B-6BBC5BF0B960}"/>
    <dgm:cxn modelId="{F82EB583-75D9-B54E-A364-A7E93682A771}" srcId="{0C145E73-DEAD-0247-BCAA-357E2478A584}" destId="{A56AD998-7D40-8C40-8818-E5A1FEE5B6A8}" srcOrd="1" destOrd="0" parTransId="{1F980DE6-5DA3-0C48-9B2C-7328323C0AC6}" sibTransId="{2127AA4F-E4D1-964F-B7EE-567520B7294D}"/>
    <dgm:cxn modelId="{C4C0EF87-0137-FB43-A0F1-15DE3A525616}" srcId="{C13E7B69-346E-D646-8532-58188F092F01}" destId="{283A16BE-A5F0-DD45-8D00-B50ADCAE34F3}" srcOrd="0" destOrd="0" parTransId="{55608D62-F69B-7F40-8BCD-C74490EF4F2E}" sibTransId="{B40EA5DF-4041-FF4E-AEE8-4F414193E501}"/>
    <dgm:cxn modelId="{F5C0F187-3C07-3E40-9A28-1A15061056AF}" type="presOf" srcId="{A56AD998-7D40-8C40-8818-E5A1FEE5B6A8}" destId="{85C34ADF-CF01-294E-92FB-FD61CA2D846C}" srcOrd="0" destOrd="0" presId="urn:microsoft.com/office/officeart/2005/8/layout/hierarchy6"/>
    <dgm:cxn modelId="{C9242A8A-FBFE-D84D-A684-A394A0A0478E}" type="presOf" srcId="{4C805BBA-382F-A049-B376-6483992DAD10}" destId="{3AEB0F24-932E-BB42-94EF-593E13778973}" srcOrd="0" destOrd="0" presId="urn:microsoft.com/office/officeart/2005/8/layout/hierarchy6"/>
    <dgm:cxn modelId="{FE74B18B-ABA2-B64B-B046-6AD0EB43BA05}" type="presOf" srcId="{4D96C689-7438-0748-A082-95854DD4E209}" destId="{4A99B323-567C-0E41-BE74-EFA7E1E5FF5D}" srcOrd="0" destOrd="0" presId="urn:microsoft.com/office/officeart/2005/8/layout/hierarchy6"/>
    <dgm:cxn modelId="{AF4BB48D-EC05-E24A-94AA-61DEE0DAD85F}" type="presOf" srcId="{1BF78037-92A9-A84C-8A1A-FB75853B2EDA}" destId="{03D26D1D-A3B6-3146-AFF4-249BCCA4ADD2}" srcOrd="0" destOrd="0" presId="urn:microsoft.com/office/officeart/2005/8/layout/hierarchy6"/>
    <dgm:cxn modelId="{8E05A58E-5AD3-4143-A3ED-7D1317868F43}" type="presOf" srcId="{0C145E73-DEAD-0247-BCAA-357E2478A584}" destId="{A17444FD-3C6B-6249-A2A5-61E2FB2E6B2C}" srcOrd="0" destOrd="0" presId="urn:microsoft.com/office/officeart/2005/8/layout/hierarchy6"/>
    <dgm:cxn modelId="{535FFE91-93D0-2C43-A11A-B20683D93BA6}" srcId="{C21EC14D-1463-A146-A0A0-B62915B0498F}" destId="{C9816049-AEF9-B846-923A-47E88F0B4AD0}" srcOrd="0" destOrd="0" parTransId="{AE224537-E7E3-1847-8653-E51F413030B6}" sibTransId="{288DC2D7-B521-CE45-ABAC-4341C9A7063E}"/>
    <dgm:cxn modelId="{5BFEDA96-08CC-6E44-840A-DDCFBF9447B5}" type="presOf" srcId="{AE17C37C-D16D-3D46-A72C-3D1346D8FBC0}" destId="{21B8B7FB-FF8D-EC4F-8252-83FB6EC7DD43}" srcOrd="0" destOrd="0" presId="urn:microsoft.com/office/officeart/2005/8/layout/hierarchy6"/>
    <dgm:cxn modelId="{5DD7B299-29D8-2A4D-9600-00CFF0396FFD}" srcId="{BF78A935-A5E9-CE45-AC08-31A07FF8FB21}" destId="{BA4CF7ED-EE26-CB4F-A9AB-435EDC962416}" srcOrd="0" destOrd="0" parTransId="{DC557E7A-DE4D-3B43-8538-46B3D814143D}" sibTransId="{9CE6962C-2556-9249-8A48-2A703264E1A0}"/>
    <dgm:cxn modelId="{AEC5BE9B-73D4-8F48-8EF1-F36AAF634700}" srcId="{9027A738-D46E-8548-9267-8B1559F30962}" destId="{BF78A935-A5E9-CE45-AC08-31A07FF8FB21}" srcOrd="2" destOrd="0" parTransId="{AFBF910A-0B25-7641-BFB4-4050EF105045}" sibTransId="{05A0329C-AD9F-9346-8AA6-1318B5E928BB}"/>
    <dgm:cxn modelId="{3396D89C-6EBB-0F45-AC99-A4B503F8A216}" type="presOf" srcId="{3629DFD0-1D00-2F4A-A7F1-838ED946DA43}" destId="{F7758EA2-2C68-474B-8838-AB9F824B2055}" srcOrd="0" destOrd="0" presId="urn:microsoft.com/office/officeart/2005/8/layout/hierarchy6"/>
    <dgm:cxn modelId="{2D8CB19D-5D59-5C42-8C20-E8AE824BD1B2}" type="presOf" srcId="{BF78A935-A5E9-CE45-AC08-31A07FF8FB21}" destId="{6BF3C7EC-29CB-E343-896F-018F10B7DF8F}" srcOrd="0" destOrd="0" presId="urn:microsoft.com/office/officeart/2005/8/layout/hierarchy6"/>
    <dgm:cxn modelId="{628DE49D-2A71-0843-837F-E10BA88981EE}" type="presOf" srcId="{283A16BE-A5F0-DD45-8D00-B50ADCAE34F3}" destId="{F82D5EF2-FBC6-EC41-87FD-7804AF4292F6}" srcOrd="0" destOrd="0" presId="urn:microsoft.com/office/officeart/2005/8/layout/hierarchy6"/>
    <dgm:cxn modelId="{B4A20C9E-D171-C44F-9D55-16EEF444E1C2}" type="presOf" srcId="{495E391F-019C-4F48-BD0A-16314A482239}" destId="{8675307C-A59E-E34D-A9E0-E24EE6266015}" srcOrd="0" destOrd="0" presId="urn:microsoft.com/office/officeart/2005/8/layout/hierarchy6"/>
    <dgm:cxn modelId="{483B5C9E-36FF-634A-8B71-80CE990961B7}" type="presOf" srcId="{6125FF34-062C-954F-B0F8-5B91E94B5AE0}" destId="{00E73A1F-2589-C848-AAF5-DBE3DCA43F8C}" srcOrd="0" destOrd="0" presId="urn:microsoft.com/office/officeart/2005/8/layout/hierarchy6"/>
    <dgm:cxn modelId="{00B1C59E-2B8E-E042-9B42-F1BFDEA3B356}" srcId="{8F514BF0-2C8C-6349-919B-A90AD9F12F73}" destId="{C21EC14D-1463-A146-A0A0-B62915B0498F}" srcOrd="0" destOrd="0" parTransId="{CE660CCF-0132-DA4B-AC62-8451BA715724}" sibTransId="{F1688DE6-D70A-5947-AD6B-AB6595867551}"/>
    <dgm:cxn modelId="{1BD9E1A7-82AC-3242-92DC-93AA7D0C9C1D}" type="presOf" srcId="{FA317132-224B-E348-844C-766663AC9803}" destId="{A13BA34A-60E9-5940-AFBA-C5A03D8BBB9B}" srcOrd="0" destOrd="0" presId="urn:microsoft.com/office/officeart/2005/8/layout/hierarchy6"/>
    <dgm:cxn modelId="{217A9EA9-8079-6F4F-B954-D7616DA81A08}" type="presOf" srcId="{BA4CF7ED-EE26-CB4F-A9AB-435EDC962416}" destId="{69ECCC0F-965A-A844-9E52-6D8F6790303D}" srcOrd="0" destOrd="0" presId="urn:microsoft.com/office/officeart/2005/8/layout/hierarchy6"/>
    <dgm:cxn modelId="{FF1512B0-B03E-024E-A8DA-F287CA6A1600}" type="presOf" srcId="{F052632B-0C93-5B4C-8165-6B4363DCE79D}" destId="{44663AAA-1F41-3240-A15B-FECC403DAF13}" srcOrd="0" destOrd="0" presId="urn:microsoft.com/office/officeart/2005/8/layout/hierarchy6"/>
    <dgm:cxn modelId="{0F9DD9B0-B95E-CE49-BDFF-1DEDC6CE0424}" srcId="{07EE08FE-66D4-4440-8966-D399B6E6A2A0}" destId="{6ADC8A2D-313D-804E-A09A-3A8B81DB1F9D}" srcOrd="0" destOrd="0" parTransId="{9A730DAB-4556-6B4A-B6D3-0C46442A50F0}" sibTransId="{4BD16016-3B90-A240-BD8F-2F678A3EB0EB}"/>
    <dgm:cxn modelId="{C70EDAB1-7561-6145-827E-02D5C2E90D5E}" type="presOf" srcId="{66CB189C-F2C1-8D49-B163-7A85C34AD174}" destId="{92704BFA-CF15-CC4A-BA40-5A717D3768EE}" srcOrd="0" destOrd="0" presId="urn:microsoft.com/office/officeart/2005/8/layout/hierarchy6"/>
    <dgm:cxn modelId="{016DF3B3-BCF6-3B46-A49D-DB0BCFDCA837}" type="presOf" srcId="{EE064C35-0F4B-C849-B568-22BE6E679842}" destId="{B40B67A3-0086-0744-83AC-B603D79BEA91}" srcOrd="0" destOrd="0" presId="urn:microsoft.com/office/officeart/2005/8/layout/hierarchy6"/>
    <dgm:cxn modelId="{3E591DB6-E407-AC4D-99ED-B44333F2EF46}" type="presOf" srcId="{0316EE1F-516F-BE4C-9A71-3ACC25BFE603}" destId="{292D71D1-F745-0349-9ABC-76ABD8EB589D}" srcOrd="0" destOrd="0" presId="urn:microsoft.com/office/officeart/2005/8/layout/hierarchy6"/>
    <dgm:cxn modelId="{794780B9-4D85-BD4D-B1F6-BAB20F32B770}" type="presOf" srcId="{DC557E7A-DE4D-3B43-8538-46B3D814143D}" destId="{8BFD7355-1306-0A4D-AF6B-169EA1902B61}" srcOrd="0" destOrd="0" presId="urn:microsoft.com/office/officeart/2005/8/layout/hierarchy6"/>
    <dgm:cxn modelId="{73F7AEBA-6F27-4546-A54C-0D0E3A55434E}" type="presOf" srcId="{19E18F98-0B6A-3345-952B-D02C5CD0B4F3}" destId="{CA7DE5B6-89A5-7F4C-A944-BA73944B6786}" srcOrd="0" destOrd="0" presId="urn:microsoft.com/office/officeart/2005/8/layout/hierarchy6"/>
    <dgm:cxn modelId="{9884CCBC-25A2-5345-B2F1-1CB1660797B8}" type="presOf" srcId="{55608D62-F69B-7F40-8BCD-C74490EF4F2E}" destId="{2D516E1C-3B48-B64E-845A-F0D591F2E1A1}" srcOrd="0" destOrd="0" presId="urn:microsoft.com/office/officeart/2005/8/layout/hierarchy6"/>
    <dgm:cxn modelId="{4985F2BE-4639-5045-85E3-504DFA57FF98}" srcId="{C21EC14D-1463-A146-A0A0-B62915B0498F}" destId="{173764D8-48E4-C64E-A1EA-7CB334793C2A}" srcOrd="1" destOrd="0" parTransId="{2672D2EE-6D58-994C-85A7-46126A487014}" sibTransId="{6910F3EF-B308-FE47-9822-746E9E5DF7D9}"/>
    <dgm:cxn modelId="{DAFBFEC0-8AF7-6E4C-B538-1E83280ABD6F}" srcId="{FE0E7B52-DA2F-944A-83EF-D0F08B6D9BB5}" destId="{8F514BF0-2C8C-6349-919B-A90AD9F12F73}" srcOrd="1" destOrd="0" parTransId="{FA067730-CA1A-A644-84D6-9E87C181EA9E}" sibTransId="{F4DD9E4B-FCF3-0B44-B96E-9EB706F5EDD2}"/>
    <dgm:cxn modelId="{AA564AC1-48EE-D24A-8E39-EB9665A9D8F0}" type="presOf" srcId="{7A533226-8A20-7D44-9E10-93B436BAF792}" destId="{F865077E-C9D4-4F4E-A586-6B26DA97BF85}" srcOrd="0" destOrd="0" presId="urn:microsoft.com/office/officeart/2005/8/layout/hierarchy6"/>
    <dgm:cxn modelId="{908FB1C2-FF45-F74F-96A4-967C0593529A}" type="presOf" srcId="{D7A7D2ED-6E06-3248-8AE9-CF9725F46E7E}" destId="{6E815849-D0E3-4642-87E5-D3D536FFBC43}" srcOrd="0" destOrd="0" presId="urn:microsoft.com/office/officeart/2005/8/layout/hierarchy6"/>
    <dgm:cxn modelId="{83801EC3-9F49-7B44-B7B9-B79C737F4B6C}" type="presOf" srcId="{FEF709D7-9165-D04B-A0C4-072B2BCC4DB1}" destId="{173C2315-5DCE-4C4B-ADF9-D42EE575B366}" srcOrd="0" destOrd="0" presId="urn:microsoft.com/office/officeart/2005/8/layout/hierarchy6"/>
    <dgm:cxn modelId="{357855C5-455B-4F44-86EC-7094CB00EF76}" srcId="{FE0E7B52-DA2F-944A-83EF-D0F08B6D9BB5}" destId="{7A533226-8A20-7D44-9E10-93B436BAF792}" srcOrd="2" destOrd="0" parTransId="{2862B85C-7ED1-DF46-8BFF-167CC956295F}" sibTransId="{7AE64C54-7591-584D-B43F-B5117EF52B58}"/>
    <dgm:cxn modelId="{4CE534C9-0CE8-EF47-B946-9EAACBB0949C}" type="presOf" srcId="{10BD241B-45A7-6342-B13C-CB270A22205A}" destId="{988A3B69-7904-AF43-9640-5BD86CEE3C18}" srcOrd="0" destOrd="0" presId="urn:microsoft.com/office/officeart/2005/8/layout/hierarchy6"/>
    <dgm:cxn modelId="{2065E9CA-0651-714F-A7E2-3C051C873BCD}" type="presOf" srcId="{C21EC14D-1463-A146-A0A0-B62915B0498F}" destId="{2CC08EB5-1360-AC47-B8D4-9A134283B390}" srcOrd="0" destOrd="0" presId="urn:microsoft.com/office/officeart/2005/8/layout/hierarchy6"/>
    <dgm:cxn modelId="{3D330BCE-CD90-5A45-A061-42A43C1FEF57}" type="presOf" srcId="{FA067730-CA1A-A644-84D6-9E87C181EA9E}" destId="{528093F7-CDC3-3448-8D7D-6D94B57B197F}" srcOrd="0" destOrd="0" presId="urn:microsoft.com/office/officeart/2005/8/layout/hierarchy6"/>
    <dgm:cxn modelId="{72B516CF-15D8-1946-B815-16F206A592B7}" srcId="{A11D2F1E-8450-FA4F-9728-251BF8601E9F}" destId="{C13E7B69-346E-D646-8532-58188F092F01}" srcOrd="0" destOrd="0" parTransId="{0B1B51EF-6598-7E42-B9C6-AEF128D667CC}" sibTransId="{106E4EE9-8BC9-F84D-9174-4F947574E90A}"/>
    <dgm:cxn modelId="{FC0EEBCF-68DC-A744-9E28-9CE351607544}" srcId="{1BF78037-92A9-A84C-8A1A-FB75853B2EDA}" destId="{FFB6CE4B-0513-3C40-9506-788BB5DC1D8A}" srcOrd="0" destOrd="0" parTransId="{86B9FB1D-DA59-0E4F-B808-0D92FA098B6B}" sibTransId="{DDA1E106-DEEC-8748-9C57-B57E0BCCB17B}"/>
    <dgm:cxn modelId="{E8FC3DD0-3685-2D4B-A175-01303A6CBEA8}" type="presOf" srcId="{54A232D7-3DA0-E247-BE75-5595956F90B4}" destId="{46FBAF3C-3DA7-2F4B-A955-384B6B7BA741}" srcOrd="0" destOrd="0" presId="urn:microsoft.com/office/officeart/2005/8/layout/hierarchy6"/>
    <dgm:cxn modelId="{BCBCE3D4-DEBC-3D4E-8267-88BCFBCCBA83}" type="presOf" srcId="{AE224537-E7E3-1847-8653-E51F413030B6}" destId="{C3F45451-AE62-F241-8411-8FBD5CB285A5}" srcOrd="0" destOrd="0" presId="urn:microsoft.com/office/officeart/2005/8/layout/hierarchy6"/>
    <dgm:cxn modelId="{598A0ED6-B45A-DA4B-BF98-D167C8837A83}" type="presOf" srcId="{1F980DE6-5DA3-0C48-9B2C-7328323C0AC6}" destId="{1DCA5A62-3E3E-A24E-8C8E-BAB9BE3496BB}" srcOrd="0" destOrd="0" presId="urn:microsoft.com/office/officeart/2005/8/layout/hierarchy6"/>
    <dgm:cxn modelId="{801E45D9-E1CD-A346-AF63-46E6C7D419D9}" srcId="{7542AC43-A26E-374D-80B7-4D1EF363605A}" destId="{19E18F98-0B6A-3345-952B-D02C5CD0B4F3}" srcOrd="0" destOrd="0" parTransId="{9BF8A970-9F9D-F342-88DD-D400A06A5E1D}" sibTransId="{39B6D7DC-2D4F-7B43-AD3D-ED142440624C}"/>
    <dgm:cxn modelId="{82B2E3DB-291E-164D-9A5C-334F7D01F3E4}" srcId="{C9816049-AEF9-B846-923A-47E88F0B4AD0}" destId="{7C2CEFF1-B82E-3F47-A816-FA9FFAFFB666}" srcOrd="0" destOrd="0" parTransId="{FA317132-224B-E348-844C-766663AC9803}" sibTransId="{88FF4075-D889-0A40-88A5-6E5F6BEF8C74}"/>
    <dgm:cxn modelId="{73B1CCDC-FE33-9244-91A9-A2C55153A49F}" type="presOf" srcId="{9A730DAB-4556-6B4A-B6D3-0C46442A50F0}" destId="{C3E72A24-B8C4-1A46-A7F4-1C4EC104E5B4}" srcOrd="0" destOrd="0" presId="urn:microsoft.com/office/officeart/2005/8/layout/hierarchy6"/>
    <dgm:cxn modelId="{3E0B12E1-805A-134E-8D0D-F514E0686873}" srcId="{7A533226-8A20-7D44-9E10-93B436BAF792}" destId="{AE17C37C-D16D-3D46-A72C-3D1346D8FBC0}" srcOrd="2" destOrd="0" parTransId="{D6EABFBD-F8E4-EE44-AE37-FE51F6593AF7}" sibTransId="{1398BC45-F9B7-6D49-B113-62DCB9CB1F5C}"/>
    <dgm:cxn modelId="{1DF142E1-FA93-B549-AD01-E84311097A26}" type="presOf" srcId="{C13E7B69-346E-D646-8532-58188F092F01}" destId="{DDF5D61A-F01D-424C-AB8F-2D513A3D9705}" srcOrd="0" destOrd="0" presId="urn:microsoft.com/office/officeart/2005/8/layout/hierarchy6"/>
    <dgm:cxn modelId="{F4CB4AE1-9684-1C42-91C8-AFD538E0020D}" type="presOf" srcId="{016C7C61-7F9B-954B-8E44-2973A74E36FB}" destId="{C70F08D4-7D62-9243-8649-6DA54BE3B9A7}" srcOrd="0" destOrd="0" presId="urn:microsoft.com/office/officeart/2005/8/layout/hierarchy6"/>
    <dgm:cxn modelId="{3CA103E3-2A36-934D-B982-F42A5E894CF8}" type="presOf" srcId="{9A590C12-F65B-C747-983E-028D249A59A5}" destId="{E69ACA89-CD4A-7641-A5EE-33EF26A332F7}" srcOrd="0" destOrd="0" presId="urn:microsoft.com/office/officeart/2005/8/layout/hierarchy6"/>
    <dgm:cxn modelId="{23390AE4-0904-0D42-A525-55D073FF1D72}" srcId="{84B94806-2488-8844-A918-5DC21CCA51FD}" destId="{4024E998-B50F-1A46-8CCB-2CAFAD87EB42}" srcOrd="2" destOrd="0" parTransId="{220B1C22-BEA0-9A4D-8413-F6A3D757ECA8}" sibTransId="{67301688-B046-6A48-8023-752FCB00AE0F}"/>
    <dgm:cxn modelId="{AFC29BE6-074F-0B47-845A-86C1E1C5F89B}" type="presOf" srcId="{4A356443-FB3E-D44E-B244-1F2418D45787}" destId="{93719DC5-041B-9E42-99CE-3F899F476D20}" srcOrd="0" destOrd="0" presId="urn:microsoft.com/office/officeart/2005/8/layout/hierarchy6"/>
    <dgm:cxn modelId="{A83B34EB-870A-0846-B34E-F69002EFF9A2}" type="presOf" srcId="{173764D8-48E4-C64E-A1EA-7CB334793C2A}" destId="{06B586E8-F7E6-7648-8D7F-1EBB63858B90}" srcOrd="0" destOrd="0" presId="urn:microsoft.com/office/officeart/2005/8/layout/hierarchy6"/>
    <dgm:cxn modelId="{324EEDEF-68BB-F14C-9571-13032AB48BAD}" type="presOf" srcId="{2862B85C-7ED1-DF46-8BFF-167CC956295F}" destId="{AC29CD41-5AAB-8544-8BCC-DC9F97682301}" srcOrd="0" destOrd="0" presId="urn:microsoft.com/office/officeart/2005/8/layout/hierarchy6"/>
    <dgm:cxn modelId="{007E24F2-C34B-6343-ABBE-D45F0AE0A80F}" type="presOf" srcId="{1D93CD29-4B99-BF46-9DCA-A791A60DF985}" destId="{80CE800E-D716-CE4C-8476-275D35A888AD}" srcOrd="0" destOrd="0" presId="urn:microsoft.com/office/officeart/2005/8/layout/hierarchy6"/>
    <dgm:cxn modelId="{64E3D5F2-BBB3-A543-96C2-0E02FF1BC679}" type="presOf" srcId="{C9816049-AEF9-B846-923A-47E88F0B4AD0}" destId="{BFF4C9D4-9203-D940-9D82-88EBBC19EEF8}" srcOrd="0" destOrd="0" presId="urn:microsoft.com/office/officeart/2005/8/layout/hierarchy6"/>
    <dgm:cxn modelId="{C173F8F4-5B97-3147-ABB5-D6F6F996FD41}" type="presOf" srcId="{0B1B51EF-6598-7E42-B9C6-AEF128D667CC}" destId="{7FA6ABBE-6C99-8447-8CC0-62D9F327B727}" srcOrd="0" destOrd="0" presId="urn:microsoft.com/office/officeart/2005/8/layout/hierarchy6"/>
    <dgm:cxn modelId="{3030FFF4-C56C-B94D-9BE6-C1F700F0E4CA}" srcId="{FE0E7B52-DA2F-944A-83EF-D0F08B6D9BB5}" destId="{0C145E73-DEAD-0247-BCAA-357E2478A584}" srcOrd="3" destOrd="0" parTransId="{10BD241B-45A7-6342-B13C-CB270A22205A}" sibTransId="{89ACF83B-B36C-3E40-8A7A-25EBA9DC9139}"/>
    <dgm:cxn modelId="{497293F9-A065-2C4D-BF57-EFDC40A54EF1}" type="presOf" srcId="{FFB6CE4B-0513-3C40-9506-788BB5DC1D8A}" destId="{17F4FFE4-9B2A-D646-A1E5-FC2937EA480B}" srcOrd="0" destOrd="0" presId="urn:microsoft.com/office/officeart/2005/8/layout/hierarchy6"/>
    <dgm:cxn modelId="{36B629FB-8A76-604A-B5E3-B9FB367D3F64}" type="presOf" srcId="{4024E998-B50F-1A46-8CCB-2CAFAD87EB42}" destId="{A28918B1-BAD7-7C42-BF2C-A188395A8F0D}" srcOrd="0" destOrd="0" presId="urn:microsoft.com/office/officeart/2005/8/layout/hierarchy6"/>
    <dgm:cxn modelId="{2E745EFB-18B8-4341-B88A-A3750C6D7EA2}" type="presOf" srcId="{AA39E1A2-A351-C643-B8D5-315A8B6432F5}" destId="{9054FC1C-4F25-F649-925E-5A9D22CA5FCA}" srcOrd="0" destOrd="0" presId="urn:microsoft.com/office/officeart/2005/8/layout/hierarchy6"/>
    <dgm:cxn modelId="{3EBD8EFC-13D6-8F44-9599-1D5EDD45A35E}" type="presOf" srcId="{8DBF789C-92BE-7745-A958-A96038304AF8}" destId="{DD6FD745-D1AE-C947-B75B-612C733E1B78}" srcOrd="0" destOrd="0" presId="urn:microsoft.com/office/officeart/2005/8/layout/hierarchy6"/>
    <dgm:cxn modelId="{D6CF80FF-9E52-9449-B2FD-465037F80A74}" type="presOf" srcId="{FE0E7B52-DA2F-944A-83EF-D0F08B6D9BB5}" destId="{3C5BB8C8-1E19-9546-B7EA-B39995933544}" srcOrd="0" destOrd="0" presId="urn:microsoft.com/office/officeart/2005/8/layout/hierarchy6"/>
    <dgm:cxn modelId="{37BB5FDF-8E60-3545-A744-A97CDE6E8956}" type="presParOf" srcId="{8EC3BE8A-229C-3D40-95B8-B7555FC01CC2}" destId="{A90D332B-3BF3-CA42-BFF0-9661F1BC6CDF}" srcOrd="0" destOrd="0" presId="urn:microsoft.com/office/officeart/2005/8/layout/hierarchy6"/>
    <dgm:cxn modelId="{EA77CF0F-E589-4846-992C-B85DF26B41AF}" type="presParOf" srcId="{A90D332B-3BF3-CA42-BFF0-9661F1BC6CDF}" destId="{AF1A2367-3D92-0B4C-83C1-A2EF154058A6}" srcOrd="0" destOrd="0" presId="urn:microsoft.com/office/officeart/2005/8/layout/hierarchy6"/>
    <dgm:cxn modelId="{E17CB87D-BDCE-F347-A243-3657F741069F}" type="presParOf" srcId="{AF1A2367-3D92-0B4C-83C1-A2EF154058A6}" destId="{0B7BF4DF-ADCC-9C4F-BDD3-848517DE9F27}" srcOrd="0" destOrd="0" presId="urn:microsoft.com/office/officeart/2005/8/layout/hierarchy6"/>
    <dgm:cxn modelId="{D9B355A6-3760-BB45-82F5-D71BC3AB9D75}" type="presParOf" srcId="{0B7BF4DF-ADCC-9C4F-BDD3-848517DE9F27}" destId="{93305231-62FE-A041-A62A-5E270C0A5BCD}" srcOrd="0" destOrd="0" presId="urn:microsoft.com/office/officeart/2005/8/layout/hierarchy6"/>
    <dgm:cxn modelId="{2A79A864-7E09-9D4A-BF7C-759EC1AD5324}" type="presParOf" srcId="{0B7BF4DF-ADCC-9C4F-BDD3-848517DE9F27}" destId="{6F92A716-E4BB-8C42-B0D4-BBA242768CEC}" srcOrd="1" destOrd="0" presId="urn:microsoft.com/office/officeart/2005/8/layout/hierarchy6"/>
    <dgm:cxn modelId="{436B68E6-20F3-8C40-A58C-4F066B75CDB5}" type="presParOf" srcId="{6F92A716-E4BB-8C42-B0D4-BBA242768CEC}" destId="{7FA6ABBE-6C99-8447-8CC0-62D9F327B727}" srcOrd="0" destOrd="0" presId="urn:microsoft.com/office/officeart/2005/8/layout/hierarchy6"/>
    <dgm:cxn modelId="{5B4661C2-6A32-E748-AAF7-B9331B4A5FBD}" type="presParOf" srcId="{6F92A716-E4BB-8C42-B0D4-BBA242768CEC}" destId="{AE9FB7C8-382F-F245-AAA2-82A0CB5AAE32}" srcOrd="1" destOrd="0" presId="urn:microsoft.com/office/officeart/2005/8/layout/hierarchy6"/>
    <dgm:cxn modelId="{3F66BA6A-1106-434A-9816-DA0FD3D8CEA9}" type="presParOf" srcId="{AE9FB7C8-382F-F245-AAA2-82A0CB5AAE32}" destId="{DDF5D61A-F01D-424C-AB8F-2D513A3D9705}" srcOrd="0" destOrd="0" presId="urn:microsoft.com/office/officeart/2005/8/layout/hierarchy6"/>
    <dgm:cxn modelId="{2CAFE09E-B059-2449-8D39-30570F5A4B77}" type="presParOf" srcId="{AE9FB7C8-382F-F245-AAA2-82A0CB5AAE32}" destId="{20E233EF-D77F-ED44-BD11-7617397D9BDC}" srcOrd="1" destOrd="0" presId="urn:microsoft.com/office/officeart/2005/8/layout/hierarchy6"/>
    <dgm:cxn modelId="{70FA836E-F6F4-9744-9829-B837D79A74DC}" type="presParOf" srcId="{20E233EF-D77F-ED44-BD11-7617397D9BDC}" destId="{2D516E1C-3B48-B64E-845A-F0D591F2E1A1}" srcOrd="0" destOrd="0" presId="urn:microsoft.com/office/officeart/2005/8/layout/hierarchy6"/>
    <dgm:cxn modelId="{CE2BA728-7D7A-D644-B22E-4CF908CA89D9}" type="presParOf" srcId="{20E233EF-D77F-ED44-BD11-7617397D9BDC}" destId="{14319F8F-FBEF-B84C-A2ED-B9736950DB5D}" srcOrd="1" destOrd="0" presId="urn:microsoft.com/office/officeart/2005/8/layout/hierarchy6"/>
    <dgm:cxn modelId="{C143228C-BE98-5441-9E58-ECD782FACD68}" type="presParOf" srcId="{14319F8F-FBEF-B84C-A2ED-B9736950DB5D}" destId="{F82D5EF2-FBC6-EC41-87FD-7804AF4292F6}" srcOrd="0" destOrd="0" presId="urn:microsoft.com/office/officeart/2005/8/layout/hierarchy6"/>
    <dgm:cxn modelId="{F1DC8080-1534-7E46-9461-4DE4F7651574}" type="presParOf" srcId="{14319F8F-FBEF-B84C-A2ED-B9736950DB5D}" destId="{B3C91D84-1372-E847-AA53-DEED066FE77E}" srcOrd="1" destOrd="0" presId="urn:microsoft.com/office/officeart/2005/8/layout/hierarchy6"/>
    <dgm:cxn modelId="{47AE84B7-917B-0E48-8B88-8ECB752FD143}" type="presParOf" srcId="{B3C91D84-1372-E847-AA53-DEED066FE77E}" destId="{8675307C-A59E-E34D-A9E0-E24EE6266015}" srcOrd="0" destOrd="0" presId="urn:microsoft.com/office/officeart/2005/8/layout/hierarchy6"/>
    <dgm:cxn modelId="{D0AC2FF8-286B-614C-838A-6626BC5D0914}" type="presParOf" srcId="{B3C91D84-1372-E847-AA53-DEED066FE77E}" destId="{86EFAF89-2773-0442-BBFB-6D2FEE4DED3D}" srcOrd="1" destOrd="0" presId="urn:microsoft.com/office/officeart/2005/8/layout/hierarchy6"/>
    <dgm:cxn modelId="{FA93259A-24AA-5844-BC59-C18185FB169A}" type="presParOf" srcId="{86EFAF89-2773-0442-BBFB-6D2FEE4DED3D}" destId="{ADF2FF3D-824F-C040-A661-F0E6CDBEA72B}" srcOrd="0" destOrd="0" presId="urn:microsoft.com/office/officeart/2005/8/layout/hierarchy6"/>
    <dgm:cxn modelId="{2BCF2DB4-A8AC-ED45-BA50-F1375DFC8B93}" type="presParOf" srcId="{86EFAF89-2773-0442-BBFB-6D2FEE4DED3D}" destId="{D8A8AD3D-C2A6-0845-A4BB-6286771EFEE2}" srcOrd="1" destOrd="0" presId="urn:microsoft.com/office/officeart/2005/8/layout/hierarchy6"/>
    <dgm:cxn modelId="{0B0024E4-13A8-D14B-9F5F-86A8101959AE}" type="presParOf" srcId="{6F92A716-E4BB-8C42-B0D4-BBA242768CEC}" destId="{199F1C70-0806-2D48-A65A-7B4475C40A68}" srcOrd="2" destOrd="0" presId="urn:microsoft.com/office/officeart/2005/8/layout/hierarchy6"/>
    <dgm:cxn modelId="{07A0450D-F10C-954B-ACD9-E20C577CA3FE}" type="presParOf" srcId="{6F92A716-E4BB-8C42-B0D4-BBA242768CEC}" destId="{556B6B90-DB14-7C48-95F9-4C8898133AD8}" srcOrd="3" destOrd="0" presId="urn:microsoft.com/office/officeart/2005/8/layout/hierarchy6"/>
    <dgm:cxn modelId="{0F30B2B1-EB16-9F43-AFB5-71A316E409E7}" type="presParOf" srcId="{556B6B90-DB14-7C48-95F9-4C8898133AD8}" destId="{3C5BB8C8-1E19-9546-B7EA-B39995933544}" srcOrd="0" destOrd="0" presId="urn:microsoft.com/office/officeart/2005/8/layout/hierarchy6"/>
    <dgm:cxn modelId="{586705D8-A1BB-B745-A4B0-A10DC4040613}" type="presParOf" srcId="{556B6B90-DB14-7C48-95F9-4C8898133AD8}" destId="{85D7D7C3-02D2-6349-A165-F6DBC0C35E62}" srcOrd="1" destOrd="0" presId="urn:microsoft.com/office/officeart/2005/8/layout/hierarchy6"/>
    <dgm:cxn modelId="{199AC7A7-2C94-6743-8245-C81DEBBEA9ED}" type="presParOf" srcId="{85D7D7C3-02D2-6349-A165-F6DBC0C35E62}" destId="{F7758EA2-2C68-474B-8838-AB9F824B2055}" srcOrd="0" destOrd="0" presId="urn:microsoft.com/office/officeart/2005/8/layout/hierarchy6"/>
    <dgm:cxn modelId="{D62A4A7E-1A9B-EF4E-ADB3-9B14FE22E6BA}" type="presParOf" srcId="{85D7D7C3-02D2-6349-A165-F6DBC0C35E62}" destId="{13069FDE-9BAC-7746-9DB8-F73BEF37D627}" srcOrd="1" destOrd="0" presId="urn:microsoft.com/office/officeart/2005/8/layout/hierarchy6"/>
    <dgm:cxn modelId="{3067181F-0A0E-F84C-8639-C947D4DCCCFC}" type="presParOf" srcId="{13069FDE-9BAC-7746-9DB8-F73BEF37D627}" destId="{03D26D1D-A3B6-3146-AFF4-249BCCA4ADD2}" srcOrd="0" destOrd="0" presId="urn:microsoft.com/office/officeart/2005/8/layout/hierarchy6"/>
    <dgm:cxn modelId="{79C1D235-2CCD-0640-A248-62FBF8F52F04}" type="presParOf" srcId="{13069FDE-9BAC-7746-9DB8-F73BEF37D627}" destId="{44A4CD1F-85B9-F640-A6EF-D5DAC492C476}" srcOrd="1" destOrd="0" presId="urn:microsoft.com/office/officeart/2005/8/layout/hierarchy6"/>
    <dgm:cxn modelId="{6434E21D-CB67-1B48-BAFE-AD4037B235B0}" type="presParOf" srcId="{44A4CD1F-85B9-F640-A6EF-D5DAC492C476}" destId="{B0D290AE-A31D-864A-97C1-6D6FB7EE1152}" srcOrd="0" destOrd="0" presId="urn:microsoft.com/office/officeart/2005/8/layout/hierarchy6"/>
    <dgm:cxn modelId="{AB03F5C3-6732-B844-A70F-727766FBB566}" type="presParOf" srcId="{44A4CD1F-85B9-F640-A6EF-D5DAC492C476}" destId="{FF62AE1D-48CB-4E41-BD3D-299C2D89BF73}" srcOrd="1" destOrd="0" presId="urn:microsoft.com/office/officeart/2005/8/layout/hierarchy6"/>
    <dgm:cxn modelId="{3773EEBC-C3D5-524A-86EA-2161335E28FE}" type="presParOf" srcId="{FF62AE1D-48CB-4E41-BD3D-299C2D89BF73}" destId="{17F4FFE4-9B2A-D646-A1E5-FC2937EA480B}" srcOrd="0" destOrd="0" presId="urn:microsoft.com/office/officeart/2005/8/layout/hierarchy6"/>
    <dgm:cxn modelId="{7433A589-8775-C846-B7C9-A69490D15C51}" type="presParOf" srcId="{FF62AE1D-48CB-4E41-BD3D-299C2D89BF73}" destId="{A42F4C63-8E83-6C42-A2E4-1EB32FC347E4}" srcOrd="1" destOrd="0" presId="urn:microsoft.com/office/officeart/2005/8/layout/hierarchy6"/>
    <dgm:cxn modelId="{AD2502A4-CD48-3B4F-BF01-48FCAA3FA242}" type="presParOf" srcId="{A42F4C63-8E83-6C42-A2E4-1EB32FC347E4}" destId="{E69ACA89-CD4A-7641-A5EE-33EF26A332F7}" srcOrd="0" destOrd="0" presId="urn:microsoft.com/office/officeart/2005/8/layout/hierarchy6"/>
    <dgm:cxn modelId="{17F3EA12-D9C1-2E4D-8A40-673F7F1E84DA}" type="presParOf" srcId="{A42F4C63-8E83-6C42-A2E4-1EB32FC347E4}" destId="{9C2D009F-534A-E146-81B1-D5AC44314002}" srcOrd="1" destOrd="0" presId="urn:microsoft.com/office/officeart/2005/8/layout/hierarchy6"/>
    <dgm:cxn modelId="{92690E2A-30E9-1D46-926C-777E09D88CC3}" type="presParOf" srcId="{9C2D009F-534A-E146-81B1-D5AC44314002}" destId="{86E0ABDA-9FA5-3F42-A2B6-05E0239A4E81}" srcOrd="0" destOrd="0" presId="urn:microsoft.com/office/officeart/2005/8/layout/hierarchy6"/>
    <dgm:cxn modelId="{6375AC76-4A7D-A048-B267-5708B1507634}" type="presParOf" srcId="{9C2D009F-534A-E146-81B1-D5AC44314002}" destId="{3243E2B9-A3A7-6247-A1EB-E9B0D4D97C3A}" srcOrd="1" destOrd="0" presId="urn:microsoft.com/office/officeart/2005/8/layout/hierarchy6"/>
    <dgm:cxn modelId="{7E88CD17-7911-0C48-ADA1-B6EC05AE5CCC}" type="presParOf" srcId="{44A4CD1F-85B9-F640-A6EF-D5DAC492C476}" destId="{562879EF-88C3-F746-B307-36620300A391}" srcOrd="2" destOrd="0" presId="urn:microsoft.com/office/officeart/2005/8/layout/hierarchy6"/>
    <dgm:cxn modelId="{198AE880-177D-2B43-813F-997EFE008108}" type="presParOf" srcId="{44A4CD1F-85B9-F640-A6EF-D5DAC492C476}" destId="{EDFF460E-0450-474A-94C1-441D27690074}" srcOrd="3" destOrd="0" presId="urn:microsoft.com/office/officeart/2005/8/layout/hierarchy6"/>
    <dgm:cxn modelId="{11A40491-DD51-404F-A813-CA56DB0E11C9}" type="presParOf" srcId="{EDFF460E-0450-474A-94C1-441D27690074}" destId="{9054FC1C-4F25-F649-925E-5A9D22CA5FCA}" srcOrd="0" destOrd="0" presId="urn:microsoft.com/office/officeart/2005/8/layout/hierarchy6"/>
    <dgm:cxn modelId="{A800069A-28F2-B84B-A5EE-A58F9492D43A}" type="presParOf" srcId="{EDFF460E-0450-474A-94C1-441D27690074}" destId="{091E9D6E-BADB-DF4D-84F1-F0B1ABF2C55A}" srcOrd="1" destOrd="0" presId="urn:microsoft.com/office/officeart/2005/8/layout/hierarchy6"/>
    <dgm:cxn modelId="{924D416A-42F0-0D4F-86C4-70079C2903B6}" type="presParOf" srcId="{85D7D7C3-02D2-6349-A165-F6DBC0C35E62}" destId="{528093F7-CDC3-3448-8D7D-6D94B57B197F}" srcOrd="2" destOrd="0" presId="urn:microsoft.com/office/officeart/2005/8/layout/hierarchy6"/>
    <dgm:cxn modelId="{EF51C839-0B95-6046-B350-52CE83D24D7F}" type="presParOf" srcId="{85D7D7C3-02D2-6349-A165-F6DBC0C35E62}" destId="{B1B41EA3-257F-EC41-83A1-AD953AD8D96A}" srcOrd="3" destOrd="0" presId="urn:microsoft.com/office/officeart/2005/8/layout/hierarchy6"/>
    <dgm:cxn modelId="{75E2C236-1F43-F643-8F43-01B988B5998D}" type="presParOf" srcId="{B1B41EA3-257F-EC41-83A1-AD953AD8D96A}" destId="{25E93AE6-F78B-B745-9E63-BB24871A813C}" srcOrd="0" destOrd="0" presId="urn:microsoft.com/office/officeart/2005/8/layout/hierarchy6"/>
    <dgm:cxn modelId="{72E17871-3104-6B4E-8524-874595DB0F42}" type="presParOf" srcId="{B1B41EA3-257F-EC41-83A1-AD953AD8D96A}" destId="{17E12017-9492-0648-BF29-66350574421C}" srcOrd="1" destOrd="0" presId="urn:microsoft.com/office/officeart/2005/8/layout/hierarchy6"/>
    <dgm:cxn modelId="{184CBC41-77B9-E44C-B4C9-6CCACDA38BB2}" type="presParOf" srcId="{17E12017-9492-0648-BF29-66350574421C}" destId="{11550FC5-A5EF-2E49-B145-61814182A1F2}" srcOrd="0" destOrd="0" presId="urn:microsoft.com/office/officeart/2005/8/layout/hierarchy6"/>
    <dgm:cxn modelId="{478223FA-9D50-2D44-AFD4-1D15FFC35A3B}" type="presParOf" srcId="{17E12017-9492-0648-BF29-66350574421C}" destId="{1EC0C44A-B132-8A4D-9467-7475F9C0FC14}" srcOrd="1" destOrd="0" presId="urn:microsoft.com/office/officeart/2005/8/layout/hierarchy6"/>
    <dgm:cxn modelId="{CEC21DEB-897A-294F-84BF-9B2E05E71562}" type="presParOf" srcId="{1EC0C44A-B132-8A4D-9467-7475F9C0FC14}" destId="{2CC08EB5-1360-AC47-B8D4-9A134283B390}" srcOrd="0" destOrd="0" presId="urn:microsoft.com/office/officeart/2005/8/layout/hierarchy6"/>
    <dgm:cxn modelId="{0FA301BC-201F-6E4C-81AD-2B60EC32BE55}" type="presParOf" srcId="{1EC0C44A-B132-8A4D-9467-7475F9C0FC14}" destId="{D72600AC-0E62-3342-95EB-55FCF14A5AA8}" srcOrd="1" destOrd="0" presId="urn:microsoft.com/office/officeart/2005/8/layout/hierarchy6"/>
    <dgm:cxn modelId="{BBF25CDE-063C-3D44-8418-0B4AB191F671}" type="presParOf" srcId="{D72600AC-0E62-3342-95EB-55FCF14A5AA8}" destId="{C3F45451-AE62-F241-8411-8FBD5CB285A5}" srcOrd="0" destOrd="0" presId="urn:microsoft.com/office/officeart/2005/8/layout/hierarchy6"/>
    <dgm:cxn modelId="{4A24D1E3-EB96-924C-951C-CCFE776BD461}" type="presParOf" srcId="{D72600AC-0E62-3342-95EB-55FCF14A5AA8}" destId="{D0BD88F0-7D6E-2B4E-98D0-51D85B984B82}" srcOrd="1" destOrd="0" presId="urn:microsoft.com/office/officeart/2005/8/layout/hierarchy6"/>
    <dgm:cxn modelId="{D6C2E2E3-D726-3043-87CB-4213C9C0ED6C}" type="presParOf" srcId="{D0BD88F0-7D6E-2B4E-98D0-51D85B984B82}" destId="{BFF4C9D4-9203-D940-9D82-88EBBC19EEF8}" srcOrd="0" destOrd="0" presId="urn:microsoft.com/office/officeart/2005/8/layout/hierarchy6"/>
    <dgm:cxn modelId="{B02BC9D8-3651-8048-974A-402080406A64}" type="presParOf" srcId="{D0BD88F0-7D6E-2B4E-98D0-51D85B984B82}" destId="{0951E9C6-E023-5340-8B43-B7B68433A911}" srcOrd="1" destOrd="0" presId="urn:microsoft.com/office/officeart/2005/8/layout/hierarchy6"/>
    <dgm:cxn modelId="{B0ACA95C-28D9-6D46-9C40-7112118182F5}" type="presParOf" srcId="{0951E9C6-E023-5340-8B43-B7B68433A911}" destId="{A13BA34A-60E9-5940-AFBA-C5A03D8BBB9B}" srcOrd="0" destOrd="0" presId="urn:microsoft.com/office/officeart/2005/8/layout/hierarchy6"/>
    <dgm:cxn modelId="{30AF58A2-CA89-D344-880D-CD71CEA8A224}" type="presParOf" srcId="{0951E9C6-E023-5340-8B43-B7B68433A911}" destId="{9618AAD3-995E-9341-B896-E7F7A14F42D4}" srcOrd="1" destOrd="0" presId="urn:microsoft.com/office/officeart/2005/8/layout/hierarchy6"/>
    <dgm:cxn modelId="{3D6FD61B-E318-A04D-B604-2A7D673A9266}" type="presParOf" srcId="{9618AAD3-995E-9341-B896-E7F7A14F42D4}" destId="{51AAB30F-87A7-A144-BCEA-E80FE04884FC}" srcOrd="0" destOrd="0" presId="urn:microsoft.com/office/officeart/2005/8/layout/hierarchy6"/>
    <dgm:cxn modelId="{5E911ECD-D26A-BF48-B0ED-3BC55D25BDDF}" type="presParOf" srcId="{9618AAD3-995E-9341-B896-E7F7A14F42D4}" destId="{F55F1779-5D11-9E4C-941D-A7ED5E216807}" srcOrd="1" destOrd="0" presId="urn:microsoft.com/office/officeart/2005/8/layout/hierarchy6"/>
    <dgm:cxn modelId="{AEC010E6-9C53-9A49-A931-5CCCAACDD0E9}" type="presParOf" srcId="{D72600AC-0E62-3342-95EB-55FCF14A5AA8}" destId="{65AC542B-3133-6C4F-9E14-107066483D63}" srcOrd="2" destOrd="0" presId="urn:microsoft.com/office/officeart/2005/8/layout/hierarchy6"/>
    <dgm:cxn modelId="{133A2C18-23A2-7545-9FFB-DA3EA234F2A5}" type="presParOf" srcId="{D72600AC-0E62-3342-95EB-55FCF14A5AA8}" destId="{860FBFA0-0B37-A94A-AFFD-57DD5E081C61}" srcOrd="3" destOrd="0" presId="urn:microsoft.com/office/officeart/2005/8/layout/hierarchy6"/>
    <dgm:cxn modelId="{E7EBC12A-2217-4745-B968-71390D7533E7}" type="presParOf" srcId="{860FBFA0-0B37-A94A-AFFD-57DD5E081C61}" destId="{06B586E8-F7E6-7648-8D7F-1EBB63858B90}" srcOrd="0" destOrd="0" presId="urn:microsoft.com/office/officeart/2005/8/layout/hierarchy6"/>
    <dgm:cxn modelId="{E3E63746-1F7C-F04D-915D-2A342556E1DE}" type="presParOf" srcId="{860FBFA0-0B37-A94A-AFFD-57DD5E081C61}" destId="{EE91E163-78DD-6D49-94D0-DB674138B12E}" srcOrd="1" destOrd="0" presId="urn:microsoft.com/office/officeart/2005/8/layout/hierarchy6"/>
    <dgm:cxn modelId="{96923B22-179C-D040-931A-E4E6FF9C3D86}" type="presParOf" srcId="{EE91E163-78DD-6D49-94D0-DB674138B12E}" destId="{4A99B323-567C-0E41-BE74-EFA7E1E5FF5D}" srcOrd="0" destOrd="0" presId="urn:microsoft.com/office/officeart/2005/8/layout/hierarchy6"/>
    <dgm:cxn modelId="{92A12D20-949A-F640-A1D5-74AF10C9D660}" type="presParOf" srcId="{EE91E163-78DD-6D49-94D0-DB674138B12E}" destId="{06A569D3-1588-7145-987A-CE0B8683D9C2}" srcOrd="1" destOrd="0" presId="urn:microsoft.com/office/officeart/2005/8/layout/hierarchy6"/>
    <dgm:cxn modelId="{8FB129AE-B727-7344-A354-519142D50068}" type="presParOf" srcId="{06A569D3-1588-7145-987A-CE0B8683D9C2}" destId="{6F992332-AD66-9A4C-BB66-E47F0685EE3B}" srcOrd="0" destOrd="0" presId="urn:microsoft.com/office/officeart/2005/8/layout/hierarchy6"/>
    <dgm:cxn modelId="{C3F0DD6D-4C9C-B14D-BE14-0DF85ADE5AA3}" type="presParOf" srcId="{06A569D3-1588-7145-987A-CE0B8683D9C2}" destId="{0265EA6F-F0E5-A54F-B0AD-5FDBD77B5D11}" srcOrd="1" destOrd="0" presId="urn:microsoft.com/office/officeart/2005/8/layout/hierarchy6"/>
    <dgm:cxn modelId="{091710F7-5B66-BE4E-B2EE-D0BF9274B16D}" type="presParOf" srcId="{D72600AC-0E62-3342-95EB-55FCF14A5AA8}" destId="{452D9FE2-74E6-FA42-9681-03C085C786B6}" srcOrd="4" destOrd="0" presId="urn:microsoft.com/office/officeart/2005/8/layout/hierarchy6"/>
    <dgm:cxn modelId="{A5320E67-C009-AF42-8401-F1049124CBC5}" type="presParOf" srcId="{D72600AC-0E62-3342-95EB-55FCF14A5AA8}" destId="{FB638C14-152E-3647-8E70-27599A029069}" srcOrd="5" destOrd="0" presId="urn:microsoft.com/office/officeart/2005/8/layout/hierarchy6"/>
    <dgm:cxn modelId="{36774380-3F51-A249-AB2D-7769F455B6AC}" type="presParOf" srcId="{FB638C14-152E-3647-8E70-27599A029069}" destId="{DD6FD745-D1AE-C947-B75B-612C733E1B78}" srcOrd="0" destOrd="0" presId="urn:microsoft.com/office/officeart/2005/8/layout/hierarchy6"/>
    <dgm:cxn modelId="{545C4BEF-3577-5F4B-8037-872EA70CCF8E}" type="presParOf" srcId="{FB638C14-152E-3647-8E70-27599A029069}" destId="{449C378D-568E-3047-BE0E-501D505B4336}" srcOrd="1" destOrd="0" presId="urn:microsoft.com/office/officeart/2005/8/layout/hierarchy6"/>
    <dgm:cxn modelId="{1AFA6CF2-525B-A74B-ACA5-0F95F752A1BD}" type="presParOf" srcId="{449C378D-568E-3047-BE0E-501D505B4336}" destId="{6E815849-D0E3-4642-87E5-D3D536FFBC43}" srcOrd="0" destOrd="0" presId="urn:microsoft.com/office/officeart/2005/8/layout/hierarchy6"/>
    <dgm:cxn modelId="{B70A251D-44EE-194D-A9D2-DC5B95635B28}" type="presParOf" srcId="{449C378D-568E-3047-BE0E-501D505B4336}" destId="{EEA58B0E-67D7-3546-B478-074AF1B9CC8D}" srcOrd="1" destOrd="0" presId="urn:microsoft.com/office/officeart/2005/8/layout/hierarchy6"/>
    <dgm:cxn modelId="{F76F9891-DD94-6548-8200-9305690B7117}" type="presParOf" srcId="{EEA58B0E-67D7-3546-B478-074AF1B9CC8D}" destId="{92704BFA-CF15-CC4A-BA40-5A717D3768EE}" srcOrd="0" destOrd="0" presId="urn:microsoft.com/office/officeart/2005/8/layout/hierarchy6"/>
    <dgm:cxn modelId="{1E996B8B-A2AF-6F44-97FF-83E828A38291}" type="presParOf" srcId="{EEA58B0E-67D7-3546-B478-074AF1B9CC8D}" destId="{4212E1FE-843F-7440-9ABD-F3D9A733BF7A}" srcOrd="1" destOrd="0" presId="urn:microsoft.com/office/officeart/2005/8/layout/hierarchy6"/>
    <dgm:cxn modelId="{78A7F3E6-FE18-B94B-BE8F-15116A422884}" type="presParOf" srcId="{D72600AC-0E62-3342-95EB-55FCF14A5AA8}" destId="{93719DC5-041B-9E42-99CE-3F899F476D20}" srcOrd="6" destOrd="0" presId="urn:microsoft.com/office/officeart/2005/8/layout/hierarchy6"/>
    <dgm:cxn modelId="{4B525201-8460-5949-941A-3BB26185648E}" type="presParOf" srcId="{D72600AC-0E62-3342-95EB-55FCF14A5AA8}" destId="{E93103EC-35D8-EC41-979D-BB537CA32901}" srcOrd="7" destOrd="0" presId="urn:microsoft.com/office/officeart/2005/8/layout/hierarchy6"/>
    <dgm:cxn modelId="{7B01EA1E-7319-7149-A9C3-D471CD9927AA}" type="presParOf" srcId="{E93103EC-35D8-EC41-979D-BB537CA32901}" destId="{F2B9CD1C-3671-1145-8115-3465356FECD0}" srcOrd="0" destOrd="0" presId="urn:microsoft.com/office/officeart/2005/8/layout/hierarchy6"/>
    <dgm:cxn modelId="{7F1D5B43-549D-9C49-93CD-D72F39EEE951}" type="presParOf" srcId="{E93103EC-35D8-EC41-979D-BB537CA32901}" destId="{3D417A31-0C9D-8543-B4B1-94F2FF793851}" srcOrd="1" destOrd="0" presId="urn:microsoft.com/office/officeart/2005/8/layout/hierarchy6"/>
    <dgm:cxn modelId="{1742CE30-5D79-1940-985E-40B11BB74BF7}" type="presParOf" srcId="{85D7D7C3-02D2-6349-A165-F6DBC0C35E62}" destId="{AC29CD41-5AAB-8544-8BCC-DC9F97682301}" srcOrd="4" destOrd="0" presId="urn:microsoft.com/office/officeart/2005/8/layout/hierarchy6"/>
    <dgm:cxn modelId="{5BE676E9-F814-2D46-A096-87943A8DF2C9}" type="presParOf" srcId="{85D7D7C3-02D2-6349-A165-F6DBC0C35E62}" destId="{A1EC6C6B-274D-AE46-AB86-C3C1FF58F2B2}" srcOrd="5" destOrd="0" presId="urn:microsoft.com/office/officeart/2005/8/layout/hierarchy6"/>
    <dgm:cxn modelId="{6D760B43-9F77-C642-8091-311F52566CEF}" type="presParOf" srcId="{A1EC6C6B-274D-AE46-AB86-C3C1FF58F2B2}" destId="{F865077E-C9D4-4F4E-A586-6B26DA97BF85}" srcOrd="0" destOrd="0" presId="urn:microsoft.com/office/officeart/2005/8/layout/hierarchy6"/>
    <dgm:cxn modelId="{B83CCBDA-059C-5C46-BB4A-C62D4DCB3586}" type="presParOf" srcId="{A1EC6C6B-274D-AE46-AB86-C3C1FF58F2B2}" destId="{B00E30F9-7610-FA4C-B95C-D5C981D9480C}" srcOrd="1" destOrd="0" presId="urn:microsoft.com/office/officeart/2005/8/layout/hierarchy6"/>
    <dgm:cxn modelId="{4C8F7F8E-63ED-164F-BEE8-25CEDD42F1F2}" type="presParOf" srcId="{B00E30F9-7610-FA4C-B95C-D5C981D9480C}" destId="{AF64EA07-00D1-1447-9D07-9DEC8078639E}" srcOrd="0" destOrd="0" presId="urn:microsoft.com/office/officeart/2005/8/layout/hierarchy6"/>
    <dgm:cxn modelId="{75829D29-2782-E84D-9A16-7C9F8AB752EA}" type="presParOf" srcId="{B00E30F9-7610-FA4C-B95C-D5C981D9480C}" destId="{E461ADDD-6EE5-F842-A1E2-A90AC38B86D9}" srcOrd="1" destOrd="0" presId="urn:microsoft.com/office/officeart/2005/8/layout/hierarchy6"/>
    <dgm:cxn modelId="{92FC3D12-7E9D-3E4F-A8ED-3ACFFC64A7D5}" type="presParOf" srcId="{E461ADDD-6EE5-F842-A1E2-A90AC38B86D9}" destId="{292D71D1-F745-0349-9ABC-76ABD8EB589D}" srcOrd="0" destOrd="0" presId="urn:microsoft.com/office/officeart/2005/8/layout/hierarchy6"/>
    <dgm:cxn modelId="{C5A009F7-63FF-4A47-B734-9A2923D23C98}" type="presParOf" srcId="{E461ADDD-6EE5-F842-A1E2-A90AC38B86D9}" destId="{E1703843-03E9-F54A-8A94-41BE689BCC3A}" srcOrd="1" destOrd="0" presId="urn:microsoft.com/office/officeart/2005/8/layout/hierarchy6"/>
    <dgm:cxn modelId="{81F02E7A-253F-3B4A-A10D-755FB225C843}" type="presParOf" srcId="{B00E30F9-7610-FA4C-B95C-D5C981D9480C}" destId="{00E73A1F-2589-C848-AAF5-DBE3DCA43F8C}" srcOrd="2" destOrd="0" presId="urn:microsoft.com/office/officeart/2005/8/layout/hierarchy6"/>
    <dgm:cxn modelId="{2874139E-BB17-7049-84A0-B2BB8E9DE891}" type="presParOf" srcId="{B00E30F9-7610-FA4C-B95C-D5C981D9480C}" destId="{4487124E-1207-1844-AE07-BD9EF7156C54}" srcOrd="3" destOrd="0" presId="urn:microsoft.com/office/officeart/2005/8/layout/hierarchy6"/>
    <dgm:cxn modelId="{2DFE0222-B5B9-DA41-A9EA-B76DE994AEB7}" type="presParOf" srcId="{4487124E-1207-1844-AE07-BD9EF7156C54}" destId="{5058587A-DD6D-5C4B-8E3D-7255DBED13AA}" srcOrd="0" destOrd="0" presId="urn:microsoft.com/office/officeart/2005/8/layout/hierarchy6"/>
    <dgm:cxn modelId="{E24578C3-3715-EA41-A528-4A3D94DB9C00}" type="presParOf" srcId="{4487124E-1207-1844-AE07-BD9EF7156C54}" destId="{B3872B6E-C4B4-944A-8C8C-25758F770FA9}" srcOrd="1" destOrd="0" presId="urn:microsoft.com/office/officeart/2005/8/layout/hierarchy6"/>
    <dgm:cxn modelId="{1BC7EED6-8904-9242-874C-9FB55E611C5E}" type="presParOf" srcId="{B3872B6E-C4B4-944A-8C8C-25758F770FA9}" destId="{C70F08D4-7D62-9243-8649-6DA54BE3B9A7}" srcOrd="0" destOrd="0" presId="urn:microsoft.com/office/officeart/2005/8/layout/hierarchy6"/>
    <dgm:cxn modelId="{C94C3F7B-26A7-9444-B7C3-835A582EACBC}" type="presParOf" srcId="{B3872B6E-C4B4-944A-8C8C-25758F770FA9}" destId="{D4690CAE-8604-BC46-A670-2E97C3B50850}" srcOrd="1" destOrd="0" presId="urn:microsoft.com/office/officeart/2005/8/layout/hierarchy6"/>
    <dgm:cxn modelId="{17DFE8A6-09AF-1143-A63B-F54B7696F3D7}" type="presParOf" srcId="{D4690CAE-8604-BC46-A670-2E97C3B50850}" destId="{80CE800E-D716-CE4C-8476-275D35A888AD}" srcOrd="0" destOrd="0" presId="urn:microsoft.com/office/officeart/2005/8/layout/hierarchy6"/>
    <dgm:cxn modelId="{BC118FD0-51C3-2949-9B9D-2E5BA366470C}" type="presParOf" srcId="{D4690CAE-8604-BC46-A670-2E97C3B50850}" destId="{1EF24CC3-FE46-B94C-95DB-1286B35C1856}" srcOrd="1" destOrd="0" presId="urn:microsoft.com/office/officeart/2005/8/layout/hierarchy6"/>
    <dgm:cxn modelId="{42C5E630-10D3-2B49-AD89-241B7BB4A8E9}" type="presParOf" srcId="{1EF24CC3-FE46-B94C-95DB-1286B35C1856}" destId="{B40B67A3-0086-0744-83AC-B603D79BEA91}" srcOrd="0" destOrd="0" presId="urn:microsoft.com/office/officeart/2005/8/layout/hierarchy6"/>
    <dgm:cxn modelId="{FE24EFD9-C6E8-244E-8DF1-178B6B2A564F}" type="presParOf" srcId="{1EF24CC3-FE46-B94C-95DB-1286B35C1856}" destId="{19F83FDD-73C9-2A4D-AFCF-8EE6953F03B1}" srcOrd="1" destOrd="0" presId="urn:microsoft.com/office/officeart/2005/8/layout/hierarchy6"/>
    <dgm:cxn modelId="{E0DCB8FF-BC59-FE48-B65C-8EB384B75533}" type="presParOf" srcId="{19F83FDD-73C9-2A4D-AFCF-8EE6953F03B1}" destId="{7C3B8EAA-EECB-044D-B543-FEA039C4DAAD}" srcOrd="0" destOrd="0" presId="urn:microsoft.com/office/officeart/2005/8/layout/hierarchy6"/>
    <dgm:cxn modelId="{09812B28-44E4-8648-A528-98D30CB3A6FD}" type="presParOf" srcId="{19F83FDD-73C9-2A4D-AFCF-8EE6953F03B1}" destId="{650A884F-981F-D24F-9EB5-6A85C5FAEC9F}" srcOrd="1" destOrd="0" presId="urn:microsoft.com/office/officeart/2005/8/layout/hierarchy6"/>
    <dgm:cxn modelId="{F4F22B5F-6C39-F043-AEE1-3AE140F448BB}" type="presParOf" srcId="{B3872B6E-C4B4-944A-8C8C-25758F770FA9}" destId="{E3C58868-D877-4443-853D-C62E154BD0BA}" srcOrd="2" destOrd="0" presId="urn:microsoft.com/office/officeart/2005/8/layout/hierarchy6"/>
    <dgm:cxn modelId="{600E9F60-7E0E-E540-8918-272E0930EB46}" type="presParOf" srcId="{B3872B6E-C4B4-944A-8C8C-25758F770FA9}" destId="{055A3216-DB08-2A42-8BE2-22C6A4765D76}" srcOrd="3" destOrd="0" presId="urn:microsoft.com/office/officeart/2005/8/layout/hierarchy6"/>
    <dgm:cxn modelId="{C33859E5-DFA1-7742-81D9-4AD55C4EBE55}" type="presParOf" srcId="{055A3216-DB08-2A42-8BE2-22C6A4765D76}" destId="{DADA9D26-CD21-264D-A195-BAB90EEA6C13}" srcOrd="0" destOrd="0" presId="urn:microsoft.com/office/officeart/2005/8/layout/hierarchy6"/>
    <dgm:cxn modelId="{B2F06E8E-022C-A141-8229-200FA83EB2A0}" type="presParOf" srcId="{055A3216-DB08-2A42-8BE2-22C6A4765D76}" destId="{BEDB06BA-D40A-C24F-B527-88E912368054}" srcOrd="1" destOrd="0" presId="urn:microsoft.com/office/officeart/2005/8/layout/hierarchy6"/>
    <dgm:cxn modelId="{81AAEECC-7BC1-364E-9C20-EE3654CF8911}" type="presParOf" srcId="{BEDB06BA-D40A-C24F-B527-88E912368054}" destId="{B65F5F57-8D9E-2042-935D-5B5FC49CB052}" srcOrd="0" destOrd="0" presId="urn:microsoft.com/office/officeart/2005/8/layout/hierarchy6"/>
    <dgm:cxn modelId="{B76834D0-F82C-8644-996D-22B3BD0B9D93}" type="presParOf" srcId="{BEDB06BA-D40A-C24F-B527-88E912368054}" destId="{5ED7B936-AE6D-7040-B9EF-23F8145BE323}" srcOrd="1" destOrd="0" presId="urn:microsoft.com/office/officeart/2005/8/layout/hierarchy6"/>
    <dgm:cxn modelId="{AD59B618-E97A-E047-859C-D05AA93083E0}" type="presParOf" srcId="{5ED7B936-AE6D-7040-B9EF-23F8145BE323}" destId="{C59777A9-064D-F14B-ACC7-01CF55DB0238}" srcOrd="0" destOrd="0" presId="urn:microsoft.com/office/officeart/2005/8/layout/hierarchy6"/>
    <dgm:cxn modelId="{2D714035-0FBB-104E-9A42-BDDB0523A2F0}" type="presParOf" srcId="{5ED7B936-AE6D-7040-B9EF-23F8145BE323}" destId="{26BE52D9-46C3-0341-842E-A4EEFB0ED69E}" srcOrd="1" destOrd="0" presId="urn:microsoft.com/office/officeart/2005/8/layout/hierarchy6"/>
    <dgm:cxn modelId="{4C9CB405-73FA-A845-995B-7AA5ECFEBCF9}" type="presParOf" srcId="{BEDB06BA-D40A-C24F-B527-88E912368054}" destId="{46FBAF3C-3DA7-2F4B-A955-384B6B7BA741}" srcOrd="2" destOrd="0" presId="urn:microsoft.com/office/officeart/2005/8/layout/hierarchy6"/>
    <dgm:cxn modelId="{EC758C81-FD8F-B64B-8BE8-6FEF3005A72D}" type="presParOf" srcId="{BEDB06BA-D40A-C24F-B527-88E912368054}" destId="{47C263D9-02D0-8A42-95C8-71F0E4BA9F98}" srcOrd="3" destOrd="0" presId="urn:microsoft.com/office/officeart/2005/8/layout/hierarchy6"/>
    <dgm:cxn modelId="{211E7F07-2DAA-6947-933D-2DF3175FBCCC}" type="presParOf" srcId="{47C263D9-02D0-8A42-95C8-71F0E4BA9F98}" destId="{FDA92207-92A6-1440-B0B7-AAB609514D20}" srcOrd="0" destOrd="0" presId="urn:microsoft.com/office/officeart/2005/8/layout/hierarchy6"/>
    <dgm:cxn modelId="{529CFBA9-2FA6-AF4F-808B-C2ECE9D8558B}" type="presParOf" srcId="{47C263D9-02D0-8A42-95C8-71F0E4BA9F98}" destId="{D1044922-4229-A348-B5F9-D81978FAC452}" srcOrd="1" destOrd="0" presId="urn:microsoft.com/office/officeart/2005/8/layout/hierarchy6"/>
    <dgm:cxn modelId="{2F7C3386-7957-2B46-8E3B-335F9F0F4184}" type="presParOf" srcId="{D1044922-4229-A348-B5F9-D81978FAC452}" destId="{C3E72A24-B8C4-1A46-A7F4-1C4EC104E5B4}" srcOrd="0" destOrd="0" presId="urn:microsoft.com/office/officeart/2005/8/layout/hierarchy6"/>
    <dgm:cxn modelId="{09A07B87-9EBB-4F4B-B031-4579E2225485}" type="presParOf" srcId="{D1044922-4229-A348-B5F9-D81978FAC452}" destId="{4B770172-DF01-2A43-960C-340F1D6CD742}" srcOrd="1" destOrd="0" presId="urn:microsoft.com/office/officeart/2005/8/layout/hierarchy6"/>
    <dgm:cxn modelId="{AA9D89C1-641B-8648-B681-4BE3CA959B0D}" type="presParOf" srcId="{4B770172-DF01-2A43-960C-340F1D6CD742}" destId="{7DD5E14A-80C6-8A49-9FA5-B89B7B1F864E}" srcOrd="0" destOrd="0" presId="urn:microsoft.com/office/officeart/2005/8/layout/hierarchy6"/>
    <dgm:cxn modelId="{C0EEB65D-268F-3D41-9EF8-ED8D871FD252}" type="presParOf" srcId="{4B770172-DF01-2A43-960C-340F1D6CD742}" destId="{3536B8F2-BEC6-7D4C-A73D-2BBBB420E9A3}" srcOrd="1" destOrd="0" presId="urn:microsoft.com/office/officeart/2005/8/layout/hierarchy6"/>
    <dgm:cxn modelId="{2C902C6F-C418-5C41-B889-CBE3BE31B74C}" type="presParOf" srcId="{BEDB06BA-D40A-C24F-B527-88E912368054}" destId="{E1BC3050-B0E0-CF47-A20B-83B3E4C110EE}" srcOrd="4" destOrd="0" presId="urn:microsoft.com/office/officeart/2005/8/layout/hierarchy6"/>
    <dgm:cxn modelId="{6EB5295D-9FF1-4B48-A583-938C0850E80E}" type="presParOf" srcId="{BEDB06BA-D40A-C24F-B527-88E912368054}" destId="{EB33481B-F124-8941-BE40-47DC44216EB2}" srcOrd="5" destOrd="0" presId="urn:microsoft.com/office/officeart/2005/8/layout/hierarchy6"/>
    <dgm:cxn modelId="{B9A3F3D9-FEF2-BB4E-B5F9-C26D34A21967}" type="presParOf" srcId="{EB33481B-F124-8941-BE40-47DC44216EB2}" destId="{A28918B1-BAD7-7C42-BF2C-A188395A8F0D}" srcOrd="0" destOrd="0" presId="urn:microsoft.com/office/officeart/2005/8/layout/hierarchy6"/>
    <dgm:cxn modelId="{BDE60F81-83C6-7045-9776-BFB53E3B67CB}" type="presParOf" srcId="{EB33481B-F124-8941-BE40-47DC44216EB2}" destId="{407042B1-06B2-9043-BA26-4B2634421807}" srcOrd="1" destOrd="0" presId="urn:microsoft.com/office/officeart/2005/8/layout/hierarchy6"/>
    <dgm:cxn modelId="{39951002-18F8-FF4B-B868-B678A033981E}" type="presParOf" srcId="{B3872B6E-C4B4-944A-8C8C-25758F770FA9}" destId="{DFFC8508-82BF-744B-AFAE-F5EFC500824C}" srcOrd="4" destOrd="0" presId="urn:microsoft.com/office/officeart/2005/8/layout/hierarchy6"/>
    <dgm:cxn modelId="{7AA21627-0758-D140-83C2-3FD317E8F283}" type="presParOf" srcId="{B3872B6E-C4B4-944A-8C8C-25758F770FA9}" destId="{2C038715-6DEF-234F-8928-3D79D05ADB74}" srcOrd="5" destOrd="0" presId="urn:microsoft.com/office/officeart/2005/8/layout/hierarchy6"/>
    <dgm:cxn modelId="{3A07067C-2F7F-924F-A7BF-598EA91C1724}" type="presParOf" srcId="{2C038715-6DEF-234F-8928-3D79D05ADB74}" destId="{6BF3C7EC-29CB-E343-896F-018F10B7DF8F}" srcOrd="0" destOrd="0" presId="urn:microsoft.com/office/officeart/2005/8/layout/hierarchy6"/>
    <dgm:cxn modelId="{BF0AC218-B76A-1E4C-B8E4-E95DC8D9AEE8}" type="presParOf" srcId="{2C038715-6DEF-234F-8928-3D79D05ADB74}" destId="{1F07C540-7C9B-3A43-89AE-38B65F538A1E}" srcOrd="1" destOrd="0" presId="urn:microsoft.com/office/officeart/2005/8/layout/hierarchy6"/>
    <dgm:cxn modelId="{8CE223C1-E48A-8544-B5BE-2976570A94A2}" type="presParOf" srcId="{1F07C540-7C9B-3A43-89AE-38B65F538A1E}" destId="{8BFD7355-1306-0A4D-AF6B-169EA1902B61}" srcOrd="0" destOrd="0" presId="urn:microsoft.com/office/officeart/2005/8/layout/hierarchy6"/>
    <dgm:cxn modelId="{5F658C4C-F626-BA45-A83D-76CA418E7B86}" type="presParOf" srcId="{1F07C540-7C9B-3A43-89AE-38B65F538A1E}" destId="{3480F946-6D94-0C46-88EE-0146E127E96B}" srcOrd="1" destOrd="0" presId="urn:microsoft.com/office/officeart/2005/8/layout/hierarchy6"/>
    <dgm:cxn modelId="{0017CC9C-D278-CC40-8E5C-71EAE1C85060}" type="presParOf" srcId="{3480F946-6D94-0C46-88EE-0146E127E96B}" destId="{69ECCC0F-965A-A844-9E52-6D8F6790303D}" srcOrd="0" destOrd="0" presId="urn:microsoft.com/office/officeart/2005/8/layout/hierarchy6"/>
    <dgm:cxn modelId="{A2DBA504-DB1C-FC4B-A026-D8CA917963A6}" type="presParOf" srcId="{3480F946-6D94-0C46-88EE-0146E127E96B}" destId="{F283076E-F512-A744-BDD1-1D81659C4F1E}" srcOrd="1" destOrd="0" presId="urn:microsoft.com/office/officeart/2005/8/layout/hierarchy6"/>
    <dgm:cxn modelId="{893E0539-5423-6147-B066-19D84B0FB2C2}" type="presParOf" srcId="{B00E30F9-7610-FA4C-B95C-D5C981D9480C}" destId="{C9786647-F35D-DB4D-9989-9A27404EA49D}" srcOrd="4" destOrd="0" presId="urn:microsoft.com/office/officeart/2005/8/layout/hierarchy6"/>
    <dgm:cxn modelId="{F07F6610-2D3C-9B48-BBB0-D3C394620AE1}" type="presParOf" srcId="{B00E30F9-7610-FA4C-B95C-D5C981D9480C}" destId="{813B4804-6C69-E54A-8A95-D4E8067F133C}" srcOrd="5" destOrd="0" presId="urn:microsoft.com/office/officeart/2005/8/layout/hierarchy6"/>
    <dgm:cxn modelId="{8048A798-FD5E-CE4E-8D8C-FF56B1754A86}" type="presParOf" srcId="{813B4804-6C69-E54A-8A95-D4E8067F133C}" destId="{21B8B7FB-FF8D-EC4F-8252-83FB6EC7DD43}" srcOrd="0" destOrd="0" presId="urn:microsoft.com/office/officeart/2005/8/layout/hierarchy6"/>
    <dgm:cxn modelId="{12287A8C-6B23-6E4A-9784-C43AACF853EC}" type="presParOf" srcId="{813B4804-6C69-E54A-8A95-D4E8067F133C}" destId="{B58E3534-BB63-FC4C-B8D2-FC2A13D3B251}" srcOrd="1" destOrd="0" presId="urn:microsoft.com/office/officeart/2005/8/layout/hierarchy6"/>
    <dgm:cxn modelId="{E37D9A9F-FEA5-2647-8FB9-695788A1EF07}" type="presParOf" srcId="{85D7D7C3-02D2-6349-A165-F6DBC0C35E62}" destId="{988A3B69-7904-AF43-9640-5BD86CEE3C18}" srcOrd="6" destOrd="0" presId="urn:microsoft.com/office/officeart/2005/8/layout/hierarchy6"/>
    <dgm:cxn modelId="{4C87EB23-1F1B-6D4A-AFC7-BEE7D20B4C6E}" type="presParOf" srcId="{85D7D7C3-02D2-6349-A165-F6DBC0C35E62}" destId="{0A80B70D-0E52-AC41-93CF-1897BC17B084}" srcOrd="7" destOrd="0" presId="urn:microsoft.com/office/officeart/2005/8/layout/hierarchy6"/>
    <dgm:cxn modelId="{19B04C97-CCE7-0A41-86BE-B6148BD518CA}" type="presParOf" srcId="{0A80B70D-0E52-AC41-93CF-1897BC17B084}" destId="{A17444FD-3C6B-6249-A2A5-61E2FB2E6B2C}" srcOrd="0" destOrd="0" presId="urn:microsoft.com/office/officeart/2005/8/layout/hierarchy6"/>
    <dgm:cxn modelId="{FBD85731-EBDA-0049-846B-AC19A9C803D8}" type="presParOf" srcId="{0A80B70D-0E52-AC41-93CF-1897BC17B084}" destId="{BC1E8AA9-51C7-A547-851D-0571ED523B26}" srcOrd="1" destOrd="0" presId="urn:microsoft.com/office/officeart/2005/8/layout/hierarchy6"/>
    <dgm:cxn modelId="{A6ECF8DE-CC21-D24B-8290-FD40D7C14469}" type="presParOf" srcId="{BC1E8AA9-51C7-A547-851D-0571ED523B26}" destId="{3AEB0F24-932E-BB42-94EF-593E13778973}" srcOrd="0" destOrd="0" presId="urn:microsoft.com/office/officeart/2005/8/layout/hierarchy6"/>
    <dgm:cxn modelId="{0AE22093-719B-2248-9D39-0E1B3D6A12E2}" type="presParOf" srcId="{BC1E8AA9-51C7-A547-851D-0571ED523B26}" destId="{B72D6A80-3CD4-644C-B065-5ECEEDA25096}" srcOrd="1" destOrd="0" presId="urn:microsoft.com/office/officeart/2005/8/layout/hierarchy6"/>
    <dgm:cxn modelId="{DA750B8A-39DD-EB47-BD24-4B9670B53D65}" type="presParOf" srcId="{B72D6A80-3CD4-644C-B065-5ECEEDA25096}" destId="{31BF1C97-30E3-6E45-8473-758DE0A03F0B}" srcOrd="0" destOrd="0" presId="urn:microsoft.com/office/officeart/2005/8/layout/hierarchy6"/>
    <dgm:cxn modelId="{6E0CA370-5C9C-5F46-80A4-F8AFA9CF7103}" type="presParOf" srcId="{B72D6A80-3CD4-644C-B065-5ECEEDA25096}" destId="{54C67F06-CC8A-784C-8614-3B5804C7EA40}" srcOrd="1" destOrd="0" presId="urn:microsoft.com/office/officeart/2005/8/layout/hierarchy6"/>
    <dgm:cxn modelId="{004EF4F1-FD62-C549-9E5A-BC9DD4528BCB}" type="presParOf" srcId="{54C67F06-CC8A-784C-8614-3B5804C7EA40}" destId="{0336918E-648B-5B4C-88C7-7B85EA93B746}" srcOrd="0" destOrd="0" presId="urn:microsoft.com/office/officeart/2005/8/layout/hierarchy6"/>
    <dgm:cxn modelId="{46B80CA6-02B6-BA4F-9308-5FFCEDD1E556}" type="presParOf" srcId="{54C67F06-CC8A-784C-8614-3B5804C7EA40}" destId="{72178F30-3F9D-9C4D-AF31-82416CF5F5D8}" srcOrd="1" destOrd="0" presId="urn:microsoft.com/office/officeart/2005/8/layout/hierarchy6"/>
    <dgm:cxn modelId="{F32F3D49-E196-B347-B951-3CA408F3F292}" type="presParOf" srcId="{72178F30-3F9D-9C4D-AF31-82416CF5F5D8}" destId="{CA7DE5B6-89A5-7F4C-A944-BA73944B6786}" srcOrd="0" destOrd="0" presId="urn:microsoft.com/office/officeart/2005/8/layout/hierarchy6"/>
    <dgm:cxn modelId="{CA84BEB7-539C-5742-8203-A8CF5A5C6A91}" type="presParOf" srcId="{72178F30-3F9D-9C4D-AF31-82416CF5F5D8}" destId="{67C17FDB-715E-2941-BB69-C8948CDAFDE7}" srcOrd="1" destOrd="0" presId="urn:microsoft.com/office/officeart/2005/8/layout/hierarchy6"/>
    <dgm:cxn modelId="{36C320B0-AC07-1B44-80C2-31532370EE14}" type="presParOf" srcId="{BC1E8AA9-51C7-A547-851D-0571ED523B26}" destId="{1DCA5A62-3E3E-A24E-8C8E-BAB9BE3496BB}" srcOrd="2" destOrd="0" presId="urn:microsoft.com/office/officeart/2005/8/layout/hierarchy6"/>
    <dgm:cxn modelId="{5E6C9281-FD16-9D4D-8B4A-21F3E7BAC6BE}" type="presParOf" srcId="{BC1E8AA9-51C7-A547-851D-0571ED523B26}" destId="{21B21C5B-E799-A64F-900C-77E18E8741AC}" srcOrd="3" destOrd="0" presId="urn:microsoft.com/office/officeart/2005/8/layout/hierarchy6"/>
    <dgm:cxn modelId="{B58BF7A2-6BBE-094F-BEC1-4B2375159447}" type="presParOf" srcId="{21B21C5B-E799-A64F-900C-77E18E8741AC}" destId="{85C34ADF-CF01-294E-92FB-FD61CA2D846C}" srcOrd="0" destOrd="0" presId="urn:microsoft.com/office/officeart/2005/8/layout/hierarchy6"/>
    <dgm:cxn modelId="{4953EA97-5BEB-9A40-A693-CBCBC75E11EC}" type="presParOf" srcId="{21B21C5B-E799-A64F-900C-77E18E8741AC}" destId="{15368AD2-94BD-9B40-A9D1-265AF1867BE7}" srcOrd="1" destOrd="0" presId="urn:microsoft.com/office/officeart/2005/8/layout/hierarchy6"/>
    <dgm:cxn modelId="{E3C8D477-7F62-B845-B2FE-A429EACF562C}" type="presParOf" srcId="{15368AD2-94BD-9B40-A9D1-265AF1867BE7}" destId="{44663AAA-1F41-3240-A15B-FECC403DAF13}" srcOrd="0" destOrd="0" presId="urn:microsoft.com/office/officeart/2005/8/layout/hierarchy6"/>
    <dgm:cxn modelId="{E67E7F72-0665-1A4D-AB4F-E5CF0774932F}" type="presParOf" srcId="{15368AD2-94BD-9B40-A9D1-265AF1867BE7}" destId="{CC27D21A-9732-0C44-8F71-63AE2D9A651F}" srcOrd="1" destOrd="0" presId="urn:microsoft.com/office/officeart/2005/8/layout/hierarchy6"/>
    <dgm:cxn modelId="{90AE6782-817F-7D4A-9773-934CBEC48B66}" type="presParOf" srcId="{CC27D21A-9732-0C44-8F71-63AE2D9A651F}" destId="{173C2315-5DCE-4C4B-ADF9-D42EE575B366}" srcOrd="0" destOrd="0" presId="urn:microsoft.com/office/officeart/2005/8/layout/hierarchy6"/>
    <dgm:cxn modelId="{D44ED142-05A6-F244-B376-318961CAFE7B}" type="presParOf" srcId="{CC27D21A-9732-0C44-8F71-63AE2D9A651F}" destId="{D8E6AC38-1998-6749-9BE6-FD02A8BCB954}" srcOrd="1" destOrd="0" presId="urn:microsoft.com/office/officeart/2005/8/layout/hierarchy6"/>
    <dgm:cxn modelId="{E18858FC-0581-1B42-BB8C-0ED050E39F36}" type="presParOf" srcId="{8EC3BE8A-229C-3D40-95B8-B7555FC01CC2}" destId="{D7DA2AF3-0122-D141-8313-2C7043C0F308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8CB630-34C1-5745-90FE-5DCC792BB190}">
      <dsp:nvSpPr>
        <dsp:cNvPr id="0" name=""/>
        <dsp:cNvSpPr/>
      </dsp:nvSpPr>
      <dsp:spPr>
        <a:xfrm>
          <a:off x="700299" y="434791"/>
          <a:ext cx="1557438" cy="7787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HTML</a:t>
          </a:r>
          <a:br>
            <a:rPr lang="en-GB" sz="2500" kern="1200" dirty="0"/>
          </a:br>
          <a:r>
            <a:rPr lang="en-GB" sz="1600" kern="1200" dirty="0"/>
            <a:t>Element node</a:t>
          </a:r>
        </a:p>
      </dsp:txBody>
      <dsp:txXfrm>
        <a:off x="723107" y="457599"/>
        <a:ext cx="1511822" cy="733103"/>
      </dsp:txXfrm>
    </dsp:sp>
    <dsp:sp modelId="{45450EF7-5649-1D43-AA84-109CFDAA5EC8}">
      <dsp:nvSpPr>
        <dsp:cNvPr id="0" name=""/>
        <dsp:cNvSpPr/>
      </dsp:nvSpPr>
      <dsp:spPr>
        <a:xfrm rot="19515918">
          <a:off x="2189950" y="565614"/>
          <a:ext cx="760791" cy="83590"/>
        </a:xfrm>
        <a:custGeom>
          <a:avLst/>
          <a:gdLst/>
          <a:ahLst/>
          <a:cxnLst/>
          <a:rect l="0" t="0" r="0" b="0"/>
          <a:pathLst>
            <a:path>
              <a:moveTo>
                <a:pt x="0" y="41795"/>
              </a:moveTo>
              <a:lnTo>
                <a:pt x="760791" y="4179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551326" y="588390"/>
        <a:ext cx="38039" cy="38039"/>
      </dsp:txXfrm>
    </dsp:sp>
    <dsp:sp modelId="{6EFAC5DF-F2EB-D94D-A000-7F493AB575A2}">
      <dsp:nvSpPr>
        <dsp:cNvPr id="0" name=""/>
        <dsp:cNvSpPr/>
      </dsp:nvSpPr>
      <dsp:spPr>
        <a:xfrm>
          <a:off x="2882955" y="1309"/>
          <a:ext cx="1557438" cy="7787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HEAD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Element node</a:t>
          </a:r>
        </a:p>
      </dsp:txBody>
      <dsp:txXfrm>
        <a:off x="2905763" y="24117"/>
        <a:ext cx="1511822" cy="733103"/>
      </dsp:txXfrm>
    </dsp:sp>
    <dsp:sp modelId="{13977F09-3864-DC4A-96E7-1762D072E830}">
      <dsp:nvSpPr>
        <dsp:cNvPr id="0" name=""/>
        <dsp:cNvSpPr/>
      </dsp:nvSpPr>
      <dsp:spPr>
        <a:xfrm>
          <a:off x="4440393" y="348873"/>
          <a:ext cx="622975" cy="83590"/>
        </a:xfrm>
        <a:custGeom>
          <a:avLst/>
          <a:gdLst/>
          <a:ahLst/>
          <a:cxnLst/>
          <a:rect l="0" t="0" r="0" b="0"/>
          <a:pathLst>
            <a:path>
              <a:moveTo>
                <a:pt x="0" y="41795"/>
              </a:moveTo>
              <a:lnTo>
                <a:pt x="622975" y="4179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736306" y="375094"/>
        <a:ext cx="31148" cy="31148"/>
      </dsp:txXfrm>
    </dsp:sp>
    <dsp:sp modelId="{9B2D099B-33E1-A148-96C2-7DB7F4E02F11}">
      <dsp:nvSpPr>
        <dsp:cNvPr id="0" name=""/>
        <dsp:cNvSpPr/>
      </dsp:nvSpPr>
      <dsp:spPr>
        <a:xfrm>
          <a:off x="5063368" y="1309"/>
          <a:ext cx="1557438" cy="778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TITLE</a:t>
          </a:r>
          <a:br>
            <a:rPr lang="en-GB" sz="2000" kern="1200" dirty="0"/>
          </a:br>
          <a:r>
            <a:rPr lang="en-GB" sz="1600" kern="1200" dirty="0"/>
            <a:t>Element Node</a:t>
          </a:r>
          <a:endParaRPr lang="en-GB" sz="2000" kern="1200" dirty="0"/>
        </a:p>
      </dsp:txBody>
      <dsp:txXfrm>
        <a:off x="5086176" y="24117"/>
        <a:ext cx="1511822" cy="733103"/>
      </dsp:txXfrm>
    </dsp:sp>
    <dsp:sp modelId="{7BE6F506-07C3-CA43-B30A-A83141EFFEF3}">
      <dsp:nvSpPr>
        <dsp:cNvPr id="0" name=""/>
        <dsp:cNvSpPr/>
      </dsp:nvSpPr>
      <dsp:spPr>
        <a:xfrm>
          <a:off x="6620806" y="348873"/>
          <a:ext cx="622975" cy="83590"/>
        </a:xfrm>
        <a:custGeom>
          <a:avLst/>
          <a:gdLst/>
          <a:ahLst/>
          <a:cxnLst/>
          <a:rect l="0" t="0" r="0" b="0"/>
          <a:pathLst>
            <a:path>
              <a:moveTo>
                <a:pt x="0" y="41795"/>
              </a:moveTo>
              <a:lnTo>
                <a:pt x="622975" y="417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916720" y="375094"/>
        <a:ext cx="31148" cy="31148"/>
      </dsp:txXfrm>
    </dsp:sp>
    <dsp:sp modelId="{4F9FC01B-1BDA-A24F-A7EE-884504813230}">
      <dsp:nvSpPr>
        <dsp:cNvPr id="0" name=""/>
        <dsp:cNvSpPr/>
      </dsp:nvSpPr>
      <dsp:spPr>
        <a:xfrm>
          <a:off x="7243782" y="1309"/>
          <a:ext cx="2569274" cy="7787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Page Title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Text Node</a:t>
          </a:r>
        </a:p>
      </dsp:txBody>
      <dsp:txXfrm>
        <a:off x="7266590" y="24117"/>
        <a:ext cx="2523658" cy="733103"/>
      </dsp:txXfrm>
    </dsp:sp>
    <dsp:sp modelId="{D7385592-31F0-CD43-948C-04E5D69549C3}">
      <dsp:nvSpPr>
        <dsp:cNvPr id="0" name=""/>
        <dsp:cNvSpPr/>
      </dsp:nvSpPr>
      <dsp:spPr>
        <a:xfrm rot="2187896">
          <a:off x="2181636" y="1013378"/>
          <a:ext cx="777420" cy="83590"/>
        </a:xfrm>
        <a:custGeom>
          <a:avLst/>
          <a:gdLst/>
          <a:ahLst/>
          <a:cxnLst/>
          <a:rect l="0" t="0" r="0" b="0"/>
          <a:pathLst>
            <a:path>
              <a:moveTo>
                <a:pt x="0" y="41795"/>
              </a:moveTo>
              <a:lnTo>
                <a:pt x="777420" y="4179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550911" y="1035737"/>
        <a:ext cx="38871" cy="38871"/>
      </dsp:txXfrm>
    </dsp:sp>
    <dsp:sp modelId="{D4DAD887-CFDF-1348-9766-D67805A29E41}">
      <dsp:nvSpPr>
        <dsp:cNvPr id="0" name=""/>
        <dsp:cNvSpPr/>
      </dsp:nvSpPr>
      <dsp:spPr>
        <a:xfrm>
          <a:off x="2882955" y="896836"/>
          <a:ext cx="1557438" cy="7787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BODY</a:t>
          </a:r>
          <a:br>
            <a:rPr lang="en-GB" sz="2500" kern="1200" dirty="0"/>
          </a:br>
          <a:r>
            <a:rPr lang="en-GB" sz="1600" kern="1200" dirty="0"/>
            <a:t>Element node</a:t>
          </a:r>
        </a:p>
      </dsp:txBody>
      <dsp:txXfrm>
        <a:off x="2905763" y="919644"/>
        <a:ext cx="1511822" cy="733103"/>
      </dsp:txXfrm>
    </dsp:sp>
    <dsp:sp modelId="{2947432A-337B-224A-8F4E-CF099C1E99BC}">
      <dsp:nvSpPr>
        <dsp:cNvPr id="0" name=""/>
        <dsp:cNvSpPr/>
      </dsp:nvSpPr>
      <dsp:spPr>
        <a:xfrm>
          <a:off x="4440393" y="1244400"/>
          <a:ext cx="622975" cy="83590"/>
        </a:xfrm>
        <a:custGeom>
          <a:avLst/>
          <a:gdLst/>
          <a:ahLst/>
          <a:cxnLst/>
          <a:rect l="0" t="0" r="0" b="0"/>
          <a:pathLst>
            <a:path>
              <a:moveTo>
                <a:pt x="0" y="41795"/>
              </a:moveTo>
              <a:lnTo>
                <a:pt x="622975" y="4179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736306" y="1270621"/>
        <a:ext cx="31148" cy="31148"/>
      </dsp:txXfrm>
    </dsp:sp>
    <dsp:sp modelId="{003BEBFC-7E3B-B846-B6D5-44F33CE1ED9A}">
      <dsp:nvSpPr>
        <dsp:cNvPr id="0" name=""/>
        <dsp:cNvSpPr/>
      </dsp:nvSpPr>
      <dsp:spPr>
        <a:xfrm>
          <a:off x="5063368" y="896836"/>
          <a:ext cx="1557438" cy="778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H1</a:t>
          </a:r>
          <a:br>
            <a:rPr lang="en-GB" sz="2500" kern="1200" dirty="0"/>
          </a:br>
          <a:r>
            <a:rPr lang="en-GB" sz="1600" kern="1200" dirty="0"/>
            <a:t>Element node</a:t>
          </a:r>
        </a:p>
      </dsp:txBody>
      <dsp:txXfrm>
        <a:off x="5086176" y="919644"/>
        <a:ext cx="1511822" cy="733103"/>
      </dsp:txXfrm>
    </dsp:sp>
    <dsp:sp modelId="{BA575875-597F-2B48-A9C4-F12F58B6833D}">
      <dsp:nvSpPr>
        <dsp:cNvPr id="0" name=""/>
        <dsp:cNvSpPr/>
      </dsp:nvSpPr>
      <dsp:spPr>
        <a:xfrm>
          <a:off x="6620806" y="1244400"/>
          <a:ext cx="622975" cy="83590"/>
        </a:xfrm>
        <a:custGeom>
          <a:avLst/>
          <a:gdLst/>
          <a:ahLst/>
          <a:cxnLst/>
          <a:rect l="0" t="0" r="0" b="0"/>
          <a:pathLst>
            <a:path>
              <a:moveTo>
                <a:pt x="0" y="41795"/>
              </a:moveTo>
              <a:lnTo>
                <a:pt x="622975" y="417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916720" y="1270621"/>
        <a:ext cx="31148" cy="31148"/>
      </dsp:txXfrm>
    </dsp:sp>
    <dsp:sp modelId="{83F15F7E-2B90-C443-9D8D-34E98632F68B}">
      <dsp:nvSpPr>
        <dsp:cNvPr id="0" name=""/>
        <dsp:cNvSpPr/>
      </dsp:nvSpPr>
      <dsp:spPr>
        <a:xfrm>
          <a:off x="7243782" y="896836"/>
          <a:ext cx="2569274" cy="7787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Header Text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Text Node</a:t>
          </a:r>
        </a:p>
      </dsp:txBody>
      <dsp:txXfrm>
        <a:off x="7266590" y="919644"/>
        <a:ext cx="2523658" cy="7331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305231-62FE-A041-A62A-5E270C0A5BCD}">
      <dsp:nvSpPr>
        <dsp:cNvPr id="0" name=""/>
        <dsp:cNvSpPr/>
      </dsp:nvSpPr>
      <dsp:spPr>
        <a:xfrm>
          <a:off x="2409806" y="466284"/>
          <a:ext cx="1575471" cy="363698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html</a:t>
          </a:r>
        </a:p>
      </dsp:txBody>
      <dsp:txXfrm>
        <a:off x="2420458" y="476936"/>
        <a:ext cx="1554167" cy="342394"/>
      </dsp:txXfrm>
    </dsp:sp>
    <dsp:sp modelId="{7FA6ABBE-6C99-8447-8CC0-62D9F327B727}">
      <dsp:nvSpPr>
        <dsp:cNvPr id="0" name=""/>
        <dsp:cNvSpPr/>
      </dsp:nvSpPr>
      <dsp:spPr>
        <a:xfrm>
          <a:off x="522724" y="829983"/>
          <a:ext cx="2674817" cy="145479"/>
        </a:xfrm>
        <a:custGeom>
          <a:avLst/>
          <a:gdLst/>
          <a:ahLst/>
          <a:cxnLst/>
          <a:rect l="0" t="0" r="0" b="0"/>
          <a:pathLst>
            <a:path>
              <a:moveTo>
                <a:pt x="2674817" y="0"/>
              </a:moveTo>
              <a:lnTo>
                <a:pt x="2674817" y="72739"/>
              </a:lnTo>
              <a:lnTo>
                <a:pt x="0" y="72739"/>
              </a:lnTo>
              <a:lnTo>
                <a:pt x="0" y="145479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F5D61A-F01D-424C-AB8F-2D513A3D9705}">
      <dsp:nvSpPr>
        <dsp:cNvPr id="0" name=""/>
        <dsp:cNvSpPr/>
      </dsp:nvSpPr>
      <dsp:spPr>
        <a:xfrm>
          <a:off x="1164" y="975463"/>
          <a:ext cx="1043120" cy="363698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head</a:t>
          </a:r>
        </a:p>
      </dsp:txBody>
      <dsp:txXfrm>
        <a:off x="11816" y="986115"/>
        <a:ext cx="1021816" cy="342394"/>
      </dsp:txXfrm>
    </dsp:sp>
    <dsp:sp modelId="{2D516E1C-3B48-B64E-845A-F0D591F2E1A1}">
      <dsp:nvSpPr>
        <dsp:cNvPr id="0" name=""/>
        <dsp:cNvSpPr/>
      </dsp:nvSpPr>
      <dsp:spPr>
        <a:xfrm>
          <a:off x="477004" y="1339161"/>
          <a:ext cx="91440" cy="145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479"/>
              </a:lnTo>
            </a:path>
          </a:pathLst>
        </a:custGeom>
        <a:noFill/>
        <a:ln w="254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D5EF2-FBC6-EC41-87FD-7804AF4292F6}">
      <dsp:nvSpPr>
        <dsp:cNvPr id="0" name=""/>
        <dsp:cNvSpPr/>
      </dsp:nvSpPr>
      <dsp:spPr>
        <a:xfrm>
          <a:off x="97633" y="1484641"/>
          <a:ext cx="850182" cy="363698"/>
        </a:xfrm>
        <a:prstGeom prst="roundRect">
          <a:avLst>
            <a:gd name="adj" fmla="val 10000"/>
          </a:avLst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title</a:t>
          </a:r>
        </a:p>
      </dsp:txBody>
      <dsp:txXfrm>
        <a:off x="108285" y="1495293"/>
        <a:ext cx="828878" cy="342394"/>
      </dsp:txXfrm>
    </dsp:sp>
    <dsp:sp modelId="{8675307C-A59E-E34D-A9E0-E24EE6266015}">
      <dsp:nvSpPr>
        <dsp:cNvPr id="0" name=""/>
        <dsp:cNvSpPr/>
      </dsp:nvSpPr>
      <dsp:spPr>
        <a:xfrm>
          <a:off x="477004" y="1848340"/>
          <a:ext cx="91440" cy="145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479"/>
              </a:lnTo>
            </a:path>
          </a:pathLst>
        </a:custGeom>
        <a:noFill/>
        <a:ln w="25400" cap="flat" cmpd="sng" algn="ctr">
          <a:solidFill>
            <a:schemeClr val="bg1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F2FF3D-824F-C040-A661-F0E6CDBEA72B}">
      <dsp:nvSpPr>
        <dsp:cNvPr id="0" name=""/>
        <dsp:cNvSpPr/>
      </dsp:nvSpPr>
      <dsp:spPr>
        <a:xfrm>
          <a:off x="100917" y="1993819"/>
          <a:ext cx="843613" cy="430262"/>
        </a:xfrm>
        <a:prstGeom prst="roundRect">
          <a:avLst>
            <a:gd name="adj" fmla="val 10000"/>
          </a:avLst>
        </a:prstGeom>
        <a:solidFill>
          <a:schemeClr val="bg1">
            <a:lumMod val="65000"/>
            <a:lumOff val="3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i="1" kern="1200" dirty="0">
              <a:solidFill>
                <a:schemeClr val="tx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title text</a:t>
          </a:r>
        </a:p>
      </dsp:txBody>
      <dsp:txXfrm>
        <a:off x="113519" y="2006421"/>
        <a:ext cx="818409" cy="405058"/>
      </dsp:txXfrm>
    </dsp:sp>
    <dsp:sp modelId="{199F1C70-0806-2D48-A65A-7B4475C40A68}">
      <dsp:nvSpPr>
        <dsp:cNvPr id="0" name=""/>
        <dsp:cNvSpPr/>
      </dsp:nvSpPr>
      <dsp:spPr>
        <a:xfrm>
          <a:off x="3197542" y="829983"/>
          <a:ext cx="2674817" cy="145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739"/>
              </a:lnTo>
              <a:lnTo>
                <a:pt x="2674817" y="72739"/>
              </a:lnTo>
              <a:lnTo>
                <a:pt x="2674817" y="145479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5BB8C8-1E19-9546-B7EA-B39995933544}">
      <dsp:nvSpPr>
        <dsp:cNvPr id="0" name=""/>
        <dsp:cNvSpPr/>
      </dsp:nvSpPr>
      <dsp:spPr>
        <a:xfrm>
          <a:off x="5350799" y="975463"/>
          <a:ext cx="1043120" cy="363698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body</a:t>
          </a:r>
        </a:p>
      </dsp:txBody>
      <dsp:txXfrm>
        <a:off x="5361451" y="986115"/>
        <a:ext cx="1021816" cy="342394"/>
      </dsp:txXfrm>
    </dsp:sp>
    <dsp:sp modelId="{F7758EA2-2C68-474B-8838-AB9F824B2055}">
      <dsp:nvSpPr>
        <dsp:cNvPr id="0" name=""/>
        <dsp:cNvSpPr/>
      </dsp:nvSpPr>
      <dsp:spPr>
        <a:xfrm>
          <a:off x="1857664" y="1339161"/>
          <a:ext cx="4014695" cy="145479"/>
        </a:xfrm>
        <a:custGeom>
          <a:avLst/>
          <a:gdLst/>
          <a:ahLst/>
          <a:cxnLst/>
          <a:rect l="0" t="0" r="0" b="0"/>
          <a:pathLst>
            <a:path>
              <a:moveTo>
                <a:pt x="4014695" y="0"/>
              </a:moveTo>
              <a:lnTo>
                <a:pt x="4014695" y="72739"/>
              </a:lnTo>
              <a:lnTo>
                <a:pt x="0" y="72739"/>
              </a:lnTo>
              <a:lnTo>
                <a:pt x="0" y="145479"/>
              </a:lnTo>
            </a:path>
          </a:pathLst>
        </a:custGeom>
        <a:noFill/>
        <a:ln w="254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D26D1D-A3B6-3146-AFF4-249BCCA4ADD2}">
      <dsp:nvSpPr>
        <dsp:cNvPr id="0" name=""/>
        <dsp:cNvSpPr/>
      </dsp:nvSpPr>
      <dsp:spPr>
        <a:xfrm>
          <a:off x="1432573" y="1484641"/>
          <a:ext cx="850182" cy="363698"/>
        </a:xfrm>
        <a:prstGeom prst="roundRect">
          <a:avLst>
            <a:gd name="adj" fmla="val 10000"/>
          </a:avLst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header</a:t>
          </a:r>
        </a:p>
      </dsp:txBody>
      <dsp:txXfrm>
        <a:off x="1443225" y="1495293"/>
        <a:ext cx="828878" cy="342394"/>
      </dsp:txXfrm>
    </dsp:sp>
    <dsp:sp modelId="{B0D290AE-A31D-864A-97C1-6D6FB7EE1152}">
      <dsp:nvSpPr>
        <dsp:cNvPr id="0" name=""/>
        <dsp:cNvSpPr/>
      </dsp:nvSpPr>
      <dsp:spPr>
        <a:xfrm>
          <a:off x="1503058" y="1848340"/>
          <a:ext cx="354606" cy="145479"/>
        </a:xfrm>
        <a:custGeom>
          <a:avLst/>
          <a:gdLst/>
          <a:ahLst/>
          <a:cxnLst/>
          <a:rect l="0" t="0" r="0" b="0"/>
          <a:pathLst>
            <a:path>
              <a:moveTo>
                <a:pt x="354606" y="0"/>
              </a:moveTo>
              <a:lnTo>
                <a:pt x="354606" y="72739"/>
              </a:lnTo>
              <a:lnTo>
                <a:pt x="0" y="72739"/>
              </a:lnTo>
              <a:lnTo>
                <a:pt x="0" y="145479"/>
              </a:lnTo>
            </a:path>
          </a:pathLst>
        </a:custGeom>
        <a:noFill/>
        <a:ln w="254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F4FFE4-9B2A-D646-A1E5-FC2937EA480B}">
      <dsp:nvSpPr>
        <dsp:cNvPr id="0" name=""/>
        <dsp:cNvSpPr/>
      </dsp:nvSpPr>
      <dsp:spPr>
        <a:xfrm>
          <a:off x="1230284" y="1993819"/>
          <a:ext cx="545548" cy="363698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h1</a:t>
          </a:r>
        </a:p>
      </dsp:txBody>
      <dsp:txXfrm>
        <a:off x="1240936" y="2004471"/>
        <a:ext cx="524244" cy="342394"/>
      </dsp:txXfrm>
    </dsp:sp>
    <dsp:sp modelId="{E69ACA89-CD4A-7641-A5EE-33EF26A332F7}">
      <dsp:nvSpPr>
        <dsp:cNvPr id="0" name=""/>
        <dsp:cNvSpPr/>
      </dsp:nvSpPr>
      <dsp:spPr>
        <a:xfrm>
          <a:off x="1457338" y="2357518"/>
          <a:ext cx="91440" cy="145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479"/>
              </a:lnTo>
            </a:path>
          </a:pathLst>
        </a:custGeom>
        <a:noFill/>
        <a:ln w="25400" cap="flat" cmpd="sng" algn="ctr">
          <a:solidFill>
            <a:schemeClr val="bg1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E0ABDA-9FA5-3F42-A2B6-05E0239A4E81}">
      <dsp:nvSpPr>
        <dsp:cNvPr id="0" name=""/>
        <dsp:cNvSpPr/>
      </dsp:nvSpPr>
      <dsp:spPr>
        <a:xfrm>
          <a:off x="1111480" y="2502997"/>
          <a:ext cx="783156" cy="363698"/>
        </a:xfrm>
        <a:prstGeom prst="roundRect">
          <a:avLst>
            <a:gd name="adj" fmla="val 10000"/>
          </a:avLst>
        </a:prstGeom>
        <a:solidFill>
          <a:schemeClr val="bg1">
            <a:lumMod val="65000"/>
            <a:lumOff val="3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i="1" kern="1200" dirty="0">
              <a:solidFill>
                <a:schemeClr val="tx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header text</a:t>
          </a:r>
        </a:p>
      </dsp:txBody>
      <dsp:txXfrm>
        <a:off x="1122132" y="2513649"/>
        <a:ext cx="761852" cy="342394"/>
      </dsp:txXfrm>
    </dsp:sp>
    <dsp:sp modelId="{562879EF-88C3-F746-B307-36620300A391}">
      <dsp:nvSpPr>
        <dsp:cNvPr id="0" name=""/>
        <dsp:cNvSpPr/>
      </dsp:nvSpPr>
      <dsp:spPr>
        <a:xfrm>
          <a:off x="1857664" y="1848340"/>
          <a:ext cx="354606" cy="145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739"/>
              </a:lnTo>
              <a:lnTo>
                <a:pt x="354606" y="72739"/>
              </a:lnTo>
              <a:lnTo>
                <a:pt x="354606" y="145479"/>
              </a:lnTo>
            </a:path>
          </a:pathLst>
        </a:custGeom>
        <a:noFill/>
        <a:ln w="254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54FC1C-4F25-F649-925E-5A9D22CA5FCA}">
      <dsp:nvSpPr>
        <dsp:cNvPr id="0" name=""/>
        <dsp:cNvSpPr/>
      </dsp:nvSpPr>
      <dsp:spPr>
        <a:xfrm>
          <a:off x="1939496" y="1993819"/>
          <a:ext cx="545548" cy="363698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...</a:t>
          </a:r>
        </a:p>
      </dsp:txBody>
      <dsp:txXfrm>
        <a:off x="1950148" y="2004471"/>
        <a:ext cx="524244" cy="342394"/>
      </dsp:txXfrm>
    </dsp:sp>
    <dsp:sp modelId="{528093F7-CDC3-3448-8D7D-6D94B57B197F}">
      <dsp:nvSpPr>
        <dsp:cNvPr id="0" name=""/>
        <dsp:cNvSpPr/>
      </dsp:nvSpPr>
      <dsp:spPr>
        <a:xfrm>
          <a:off x="3985302" y="1339161"/>
          <a:ext cx="1887057" cy="145479"/>
        </a:xfrm>
        <a:custGeom>
          <a:avLst/>
          <a:gdLst/>
          <a:ahLst/>
          <a:cxnLst/>
          <a:rect l="0" t="0" r="0" b="0"/>
          <a:pathLst>
            <a:path>
              <a:moveTo>
                <a:pt x="1887057" y="0"/>
              </a:moveTo>
              <a:lnTo>
                <a:pt x="1887057" y="72739"/>
              </a:lnTo>
              <a:lnTo>
                <a:pt x="0" y="72739"/>
              </a:lnTo>
              <a:lnTo>
                <a:pt x="0" y="145479"/>
              </a:lnTo>
            </a:path>
          </a:pathLst>
        </a:custGeom>
        <a:noFill/>
        <a:ln w="254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E93AE6-F78B-B745-9E63-BB24871A813C}">
      <dsp:nvSpPr>
        <dsp:cNvPr id="0" name=""/>
        <dsp:cNvSpPr/>
      </dsp:nvSpPr>
      <dsp:spPr>
        <a:xfrm>
          <a:off x="3560211" y="1484641"/>
          <a:ext cx="850182" cy="363698"/>
        </a:xfrm>
        <a:prstGeom prst="roundRect">
          <a:avLst>
            <a:gd name="adj" fmla="val 10000"/>
          </a:avLst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nav</a:t>
          </a:r>
        </a:p>
      </dsp:txBody>
      <dsp:txXfrm>
        <a:off x="3570863" y="1495293"/>
        <a:ext cx="828878" cy="342394"/>
      </dsp:txXfrm>
    </dsp:sp>
    <dsp:sp modelId="{11550FC5-A5EF-2E49-B145-61814182A1F2}">
      <dsp:nvSpPr>
        <dsp:cNvPr id="0" name=""/>
        <dsp:cNvSpPr/>
      </dsp:nvSpPr>
      <dsp:spPr>
        <a:xfrm>
          <a:off x="3939582" y="1848340"/>
          <a:ext cx="91440" cy="145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479"/>
              </a:lnTo>
            </a:path>
          </a:pathLst>
        </a:custGeom>
        <a:noFill/>
        <a:ln w="254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C08EB5-1360-AC47-B8D4-9A134283B390}">
      <dsp:nvSpPr>
        <dsp:cNvPr id="0" name=""/>
        <dsp:cNvSpPr/>
      </dsp:nvSpPr>
      <dsp:spPr>
        <a:xfrm>
          <a:off x="3712528" y="1993819"/>
          <a:ext cx="545548" cy="363698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 err="1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ul</a:t>
          </a:r>
          <a:endParaRPr lang="en-GB" sz="1100" b="1" kern="1200" dirty="0">
            <a:latin typeface="Fira Code Retina" pitchFamily="49" charset="0"/>
            <a:ea typeface="Fira Code Retina" pitchFamily="49" charset="0"/>
            <a:cs typeface="Fira Code Retina" pitchFamily="49" charset="0"/>
          </a:endParaRPr>
        </a:p>
      </dsp:txBody>
      <dsp:txXfrm>
        <a:off x="3723180" y="2004471"/>
        <a:ext cx="524244" cy="342394"/>
      </dsp:txXfrm>
    </dsp:sp>
    <dsp:sp modelId="{C3F45451-AE62-F241-8411-8FBD5CB285A5}">
      <dsp:nvSpPr>
        <dsp:cNvPr id="0" name=""/>
        <dsp:cNvSpPr/>
      </dsp:nvSpPr>
      <dsp:spPr>
        <a:xfrm>
          <a:off x="2921483" y="2357518"/>
          <a:ext cx="1063818" cy="145479"/>
        </a:xfrm>
        <a:custGeom>
          <a:avLst/>
          <a:gdLst/>
          <a:ahLst/>
          <a:cxnLst/>
          <a:rect l="0" t="0" r="0" b="0"/>
          <a:pathLst>
            <a:path>
              <a:moveTo>
                <a:pt x="1063818" y="0"/>
              </a:moveTo>
              <a:lnTo>
                <a:pt x="1063818" y="72739"/>
              </a:lnTo>
              <a:lnTo>
                <a:pt x="0" y="72739"/>
              </a:lnTo>
              <a:lnTo>
                <a:pt x="0" y="145479"/>
              </a:lnTo>
            </a:path>
          </a:pathLst>
        </a:custGeom>
        <a:noFill/>
        <a:ln w="254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F4C9D4-9203-D940-9D82-88EBBC19EEF8}">
      <dsp:nvSpPr>
        <dsp:cNvPr id="0" name=""/>
        <dsp:cNvSpPr/>
      </dsp:nvSpPr>
      <dsp:spPr>
        <a:xfrm>
          <a:off x="2648709" y="2502997"/>
          <a:ext cx="545548" cy="363698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li</a:t>
          </a:r>
        </a:p>
      </dsp:txBody>
      <dsp:txXfrm>
        <a:off x="2659361" y="2513649"/>
        <a:ext cx="524244" cy="342394"/>
      </dsp:txXfrm>
    </dsp:sp>
    <dsp:sp modelId="{A13BA34A-60E9-5940-AFBA-C5A03D8BBB9B}">
      <dsp:nvSpPr>
        <dsp:cNvPr id="0" name=""/>
        <dsp:cNvSpPr/>
      </dsp:nvSpPr>
      <dsp:spPr>
        <a:xfrm>
          <a:off x="2875763" y="2866696"/>
          <a:ext cx="91440" cy="145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479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AAB30F-87A7-A144-BCEA-E80FE04884FC}">
      <dsp:nvSpPr>
        <dsp:cNvPr id="0" name=""/>
        <dsp:cNvSpPr/>
      </dsp:nvSpPr>
      <dsp:spPr>
        <a:xfrm>
          <a:off x="2648709" y="3012176"/>
          <a:ext cx="545548" cy="363698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a</a:t>
          </a:r>
        </a:p>
      </dsp:txBody>
      <dsp:txXfrm>
        <a:off x="2659361" y="3022828"/>
        <a:ext cx="524244" cy="342394"/>
      </dsp:txXfrm>
    </dsp:sp>
    <dsp:sp modelId="{65AC542B-3133-6C4F-9E14-107066483D63}">
      <dsp:nvSpPr>
        <dsp:cNvPr id="0" name=""/>
        <dsp:cNvSpPr/>
      </dsp:nvSpPr>
      <dsp:spPr>
        <a:xfrm>
          <a:off x="3630695" y="2357518"/>
          <a:ext cx="354606" cy="145479"/>
        </a:xfrm>
        <a:custGeom>
          <a:avLst/>
          <a:gdLst/>
          <a:ahLst/>
          <a:cxnLst/>
          <a:rect l="0" t="0" r="0" b="0"/>
          <a:pathLst>
            <a:path>
              <a:moveTo>
                <a:pt x="354606" y="0"/>
              </a:moveTo>
              <a:lnTo>
                <a:pt x="354606" y="72739"/>
              </a:lnTo>
              <a:lnTo>
                <a:pt x="0" y="72739"/>
              </a:lnTo>
              <a:lnTo>
                <a:pt x="0" y="145479"/>
              </a:lnTo>
            </a:path>
          </a:pathLst>
        </a:custGeom>
        <a:noFill/>
        <a:ln w="254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B586E8-F7E6-7648-8D7F-1EBB63858B90}">
      <dsp:nvSpPr>
        <dsp:cNvPr id="0" name=""/>
        <dsp:cNvSpPr/>
      </dsp:nvSpPr>
      <dsp:spPr>
        <a:xfrm>
          <a:off x="3357921" y="2502997"/>
          <a:ext cx="545548" cy="363698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li</a:t>
          </a:r>
        </a:p>
      </dsp:txBody>
      <dsp:txXfrm>
        <a:off x="3368573" y="2513649"/>
        <a:ext cx="524244" cy="342394"/>
      </dsp:txXfrm>
    </dsp:sp>
    <dsp:sp modelId="{4A99B323-567C-0E41-BE74-EFA7E1E5FF5D}">
      <dsp:nvSpPr>
        <dsp:cNvPr id="0" name=""/>
        <dsp:cNvSpPr/>
      </dsp:nvSpPr>
      <dsp:spPr>
        <a:xfrm>
          <a:off x="3584975" y="2866696"/>
          <a:ext cx="91440" cy="145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479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992332-AD66-9A4C-BB66-E47F0685EE3B}">
      <dsp:nvSpPr>
        <dsp:cNvPr id="0" name=""/>
        <dsp:cNvSpPr/>
      </dsp:nvSpPr>
      <dsp:spPr>
        <a:xfrm>
          <a:off x="3357921" y="3012176"/>
          <a:ext cx="545548" cy="363698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a</a:t>
          </a:r>
        </a:p>
      </dsp:txBody>
      <dsp:txXfrm>
        <a:off x="3368573" y="3022828"/>
        <a:ext cx="524244" cy="342394"/>
      </dsp:txXfrm>
    </dsp:sp>
    <dsp:sp modelId="{452D9FE2-74E6-FA42-9681-03C085C786B6}">
      <dsp:nvSpPr>
        <dsp:cNvPr id="0" name=""/>
        <dsp:cNvSpPr/>
      </dsp:nvSpPr>
      <dsp:spPr>
        <a:xfrm>
          <a:off x="3985302" y="2357518"/>
          <a:ext cx="354606" cy="145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739"/>
              </a:lnTo>
              <a:lnTo>
                <a:pt x="354606" y="72739"/>
              </a:lnTo>
              <a:lnTo>
                <a:pt x="354606" y="145479"/>
              </a:lnTo>
            </a:path>
          </a:pathLst>
        </a:custGeom>
        <a:noFill/>
        <a:ln w="254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6FD745-D1AE-C947-B75B-612C733E1B78}">
      <dsp:nvSpPr>
        <dsp:cNvPr id="0" name=""/>
        <dsp:cNvSpPr/>
      </dsp:nvSpPr>
      <dsp:spPr>
        <a:xfrm>
          <a:off x="4067134" y="2502997"/>
          <a:ext cx="545548" cy="363698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li</a:t>
          </a:r>
        </a:p>
      </dsp:txBody>
      <dsp:txXfrm>
        <a:off x="4077786" y="2513649"/>
        <a:ext cx="524244" cy="342394"/>
      </dsp:txXfrm>
    </dsp:sp>
    <dsp:sp modelId="{6E815849-D0E3-4642-87E5-D3D536FFBC43}">
      <dsp:nvSpPr>
        <dsp:cNvPr id="0" name=""/>
        <dsp:cNvSpPr/>
      </dsp:nvSpPr>
      <dsp:spPr>
        <a:xfrm>
          <a:off x="4294188" y="2866696"/>
          <a:ext cx="91440" cy="145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479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704BFA-CF15-CC4A-BA40-5A717D3768EE}">
      <dsp:nvSpPr>
        <dsp:cNvPr id="0" name=""/>
        <dsp:cNvSpPr/>
      </dsp:nvSpPr>
      <dsp:spPr>
        <a:xfrm>
          <a:off x="4067134" y="3012176"/>
          <a:ext cx="545548" cy="363698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a</a:t>
          </a:r>
        </a:p>
      </dsp:txBody>
      <dsp:txXfrm>
        <a:off x="4077786" y="3022828"/>
        <a:ext cx="524244" cy="342394"/>
      </dsp:txXfrm>
    </dsp:sp>
    <dsp:sp modelId="{93719DC5-041B-9E42-99CE-3F899F476D20}">
      <dsp:nvSpPr>
        <dsp:cNvPr id="0" name=""/>
        <dsp:cNvSpPr/>
      </dsp:nvSpPr>
      <dsp:spPr>
        <a:xfrm>
          <a:off x="3985302" y="2357518"/>
          <a:ext cx="1063818" cy="145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739"/>
              </a:lnTo>
              <a:lnTo>
                <a:pt x="1063818" y="72739"/>
              </a:lnTo>
              <a:lnTo>
                <a:pt x="1063818" y="145479"/>
              </a:lnTo>
            </a:path>
          </a:pathLst>
        </a:custGeom>
        <a:noFill/>
        <a:ln w="254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B9CD1C-3671-1145-8115-3465356FECD0}">
      <dsp:nvSpPr>
        <dsp:cNvPr id="0" name=""/>
        <dsp:cNvSpPr/>
      </dsp:nvSpPr>
      <dsp:spPr>
        <a:xfrm>
          <a:off x="4776346" y="2502997"/>
          <a:ext cx="545548" cy="363698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...</a:t>
          </a:r>
        </a:p>
      </dsp:txBody>
      <dsp:txXfrm>
        <a:off x="4786998" y="2513649"/>
        <a:ext cx="524244" cy="342394"/>
      </dsp:txXfrm>
    </dsp:sp>
    <dsp:sp modelId="{AC29CD41-5AAB-8544-8BCC-DC9F97682301}">
      <dsp:nvSpPr>
        <dsp:cNvPr id="0" name=""/>
        <dsp:cNvSpPr/>
      </dsp:nvSpPr>
      <dsp:spPr>
        <a:xfrm>
          <a:off x="5872359" y="1339161"/>
          <a:ext cx="1418425" cy="145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739"/>
              </a:lnTo>
              <a:lnTo>
                <a:pt x="1418425" y="72739"/>
              </a:lnTo>
              <a:lnTo>
                <a:pt x="1418425" y="145479"/>
              </a:lnTo>
            </a:path>
          </a:pathLst>
        </a:custGeom>
        <a:noFill/>
        <a:ln w="254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65077E-C9D4-4F4E-A586-6B26DA97BF85}">
      <dsp:nvSpPr>
        <dsp:cNvPr id="0" name=""/>
        <dsp:cNvSpPr/>
      </dsp:nvSpPr>
      <dsp:spPr>
        <a:xfrm>
          <a:off x="6865693" y="1484641"/>
          <a:ext cx="850182" cy="363698"/>
        </a:xfrm>
        <a:prstGeom prst="roundRect">
          <a:avLst>
            <a:gd name="adj" fmla="val 10000"/>
          </a:avLst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main</a:t>
          </a:r>
        </a:p>
      </dsp:txBody>
      <dsp:txXfrm>
        <a:off x="6876345" y="1495293"/>
        <a:ext cx="828878" cy="342394"/>
      </dsp:txXfrm>
    </dsp:sp>
    <dsp:sp modelId="{AF64EA07-00D1-1447-9D07-9DEC8078639E}">
      <dsp:nvSpPr>
        <dsp:cNvPr id="0" name=""/>
        <dsp:cNvSpPr/>
      </dsp:nvSpPr>
      <dsp:spPr>
        <a:xfrm>
          <a:off x="6439418" y="1848340"/>
          <a:ext cx="851365" cy="145479"/>
        </a:xfrm>
        <a:custGeom>
          <a:avLst/>
          <a:gdLst/>
          <a:ahLst/>
          <a:cxnLst/>
          <a:rect l="0" t="0" r="0" b="0"/>
          <a:pathLst>
            <a:path>
              <a:moveTo>
                <a:pt x="851365" y="0"/>
              </a:moveTo>
              <a:lnTo>
                <a:pt x="851365" y="72739"/>
              </a:lnTo>
              <a:lnTo>
                <a:pt x="0" y="72739"/>
              </a:lnTo>
              <a:lnTo>
                <a:pt x="0" y="145479"/>
              </a:lnTo>
            </a:path>
          </a:pathLst>
        </a:custGeom>
        <a:noFill/>
        <a:ln w="254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2D71D1-F745-0349-9ABC-76ABD8EB589D}">
      <dsp:nvSpPr>
        <dsp:cNvPr id="0" name=""/>
        <dsp:cNvSpPr/>
      </dsp:nvSpPr>
      <dsp:spPr>
        <a:xfrm>
          <a:off x="6166644" y="1993819"/>
          <a:ext cx="545548" cy="363698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h2</a:t>
          </a:r>
        </a:p>
      </dsp:txBody>
      <dsp:txXfrm>
        <a:off x="6177296" y="2004471"/>
        <a:ext cx="524244" cy="342394"/>
      </dsp:txXfrm>
    </dsp:sp>
    <dsp:sp modelId="{00E73A1F-2589-C848-AAF5-DBE3DCA43F8C}">
      <dsp:nvSpPr>
        <dsp:cNvPr id="0" name=""/>
        <dsp:cNvSpPr/>
      </dsp:nvSpPr>
      <dsp:spPr>
        <a:xfrm>
          <a:off x="7245064" y="1848340"/>
          <a:ext cx="91440" cy="145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479"/>
              </a:lnTo>
            </a:path>
          </a:pathLst>
        </a:custGeom>
        <a:noFill/>
        <a:ln w="254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58587A-DD6D-5C4B-8E3D-7255DBED13AA}">
      <dsp:nvSpPr>
        <dsp:cNvPr id="0" name=""/>
        <dsp:cNvSpPr/>
      </dsp:nvSpPr>
      <dsp:spPr>
        <a:xfrm>
          <a:off x="6875857" y="1993819"/>
          <a:ext cx="829855" cy="363698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article</a:t>
          </a:r>
        </a:p>
      </dsp:txBody>
      <dsp:txXfrm>
        <a:off x="6886509" y="2004471"/>
        <a:ext cx="808551" cy="342394"/>
      </dsp:txXfrm>
    </dsp:sp>
    <dsp:sp modelId="{C70F08D4-7D62-9243-8649-6DA54BE3B9A7}">
      <dsp:nvSpPr>
        <dsp:cNvPr id="0" name=""/>
        <dsp:cNvSpPr/>
      </dsp:nvSpPr>
      <dsp:spPr>
        <a:xfrm>
          <a:off x="5871916" y="2357518"/>
          <a:ext cx="1418868" cy="145479"/>
        </a:xfrm>
        <a:custGeom>
          <a:avLst/>
          <a:gdLst/>
          <a:ahLst/>
          <a:cxnLst/>
          <a:rect l="0" t="0" r="0" b="0"/>
          <a:pathLst>
            <a:path>
              <a:moveTo>
                <a:pt x="1418868" y="0"/>
              </a:moveTo>
              <a:lnTo>
                <a:pt x="1418868" y="72739"/>
              </a:lnTo>
              <a:lnTo>
                <a:pt x="0" y="72739"/>
              </a:lnTo>
              <a:lnTo>
                <a:pt x="0" y="145479"/>
              </a:lnTo>
            </a:path>
          </a:pathLst>
        </a:custGeom>
        <a:noFill/>
        <a:ln w="254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CE800E-D716-CE4C-8476-275D35A888AD}">
      <dsp:nvSpPr>
        <dsp:cNvPr id="0" name=""/>
        <dsp:cNvSpPr/>
      </dsp:nvSpPr>
      <dsp:spPr>
        <a:xfrm>
          <a:off x="5485559" y="2502997"/>
          <a:ext cx="772714" cy="363698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header</a:t>
          </a:r>
        </a:p>
      </dsp:txBody>
      <dsp:txXfrm>
        <a:off x="5496211" y="2513649"/>
        <a:ext cx="751410" cy="342394"/>
      </dsp:txXfrm>
    </dsp:sp>
    <dsp:sp modelId="{B40B67A3-0086-0744-83AC-B603D79BEA91}">
      <dsp:nvSpPr>
        <dsp:cNvPr id="0" name=""/>
        <dsp:cNvSpPr/>
      </dsp:nvSpPr>
      <dsp:spPr>
        <a:xfrm>
          <a:off x="5826196" y="2866696"/>
          <a:ext cx="91440" cy="145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479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3B8EAA-EECB-044D-B543-FEA039C4DAAD}">
      <dsp:nvSpPr>
        <dsp:cNvPr id="0" name=""/>
        <dsp:cNvSpPr/>
      </dsp:nvSpPr>
      <dsp:spPr>
        <a:xfrm>
          <a:off x="5599142" y="3012176"/>
          <a:ext cx="545548" cy="363698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h3</a:t>
          </a:r>
        </a:p>
      </dsp:txBody>
      <dsp:txXfrm>
        <a:off x="5609794" y="3022828"/>
        <a:ext cx="524244" cy="342394"/>
      </dsp:txXfrm>
    </dsp:sp>
    <dsp:sp modelId="{E3C58868-D877-4443-853D-C62E154BD0BA}">
      <dsp:nvSpPr>
        <dsp:cNvPr id="0" name=""/>
        <dsp:cNvSpPr/>
      </dsp:nvSpPr>
      <dsp:spPr>
        <a:xfrm>
          <a:off x="7244621" y="2357518"/>
          <a:ext cx="91440" cy="145479"/>
        </a:xfrm>
        <a:custGeom>
          <a:avLst/>
          <a:gdLst/>
          <a:ahLst/>
          <a:cxnLst/>
          <a:rect l="0" t="0" r="0" b="0"/>
          <a:pathLst>
            <a:path>
              <a:moveTo>
                <a:pt x="46163" y="0"/>
              </a:moveTo>
              <a:lnTo>
                <a:pt x="46163" y="72739"/>
              </a:lnTo>
              <a:lnTo>
                <a:pt x="45720" y="72739"/>
              </a:lnTo>
              <a:lnTo>
                <a:pt x="45720" y="145479"/>
              </a:lnTo>
            </a:path>
          </a:pathLst>
        </a:custGeom>
        <a:noFill/>
        <a:ln w="254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DA9D26-CD21-264D-A195-BAB90EEA6C13}">
      <dsp:nvSpPr>
        <dsp:cNvPr id="0" name=""/>
        <dsp:cNvSpPr/>
      </dsp:nvSpPr>
      <dsp:spPr>
        <a:xfrm>
          <a:off x="7017567" y="2502997"/>
          <a:ext cx="545548" cy="363698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div</a:t>
          </a:r>
        </a:p>
      </dsp:txBody>
      <dsp:txXfrm>
        <a:off x="7028219" y="2513649"/>
        <a:ext cx="524244" cy="342394"/>
      </dsp:txXfrm>
    </dsp:sp>
    <dsp:sp modelId="{B65F5F57-8D9E-2042-935D-5B5FC49CB052}">
      <dsp:nvSpPr>
        <dsp:cNvPr id="0" name=""/>
        <dsp:cNvSpPr/>
      </dsp:nvSpPr>
      <dsp:spPr>
        <a:xfrm>
          <a:off x="6581129" y="2866696"/>
          <a:ext cx="709212" cy="145479"/>
        </a:xfrm>
        <a:custGeom>
          <a:avLst/>
          <a:gdLst/>
          <a:ahLst/>
          <a:cxnLst/>
          <a:rect l="0" t="0" r="0" b="0"/>
          <a:pathLst>
            <a:path>
              <a:moveTo>
                <a:pt x="709212" y="0"/>
              </a:moveTo>
              <a:lnTo>
                <a:pt x="709212" y="72739"/>
              </a:lnTo>
              <a:lnTo>
                <a:pt x="0" y="72739"/>
              </a:lnTo>
              <a:lnTo>
                <a:pt x="0" y="145479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9777A9-064D-F14B-ACC7-01CF55DB0238}">
      <dsp:nvSpPr>
        <dsp:cNvPr id="0" name=""/>
        <dsp:cNvSpPr/>
      </dsp:nvSpPr>
      <dsp:spPr>
        <a:xfrm>
          <a:off x="6308355" y="3012176"/>
          <a:ext cx="545548" cy="363698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p</a:t>
          </a:r>
        </a:p>
      </dsp:txBody>
      <dsp:txXfrm>
        <a:off x="6319007" y="3022828"/>
        <a:ext cx="524244" cy="342394"/>
      </dsp:txXfrm>
    </dsp:sp>
    <dsp:sp modelId="{46FBAF3C-3DA7-2F4B-A955-384B6B7BA741}">
      <dsp:nvSpPr>
        <dsp:cNvPr id="0" name=""/>
        <dsp:cNvSpPr/>
      </dsp:nvSpPr>
      <dsp:spPr>
        <a:xfrm>
          <a:off x="7244621" y="2866696"/>
          <a:ext cx="91440" cy="145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479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A92207-92A6-1440-B0B7-AAB609514D20}">
      <dsp:nvSpPr>
        <dsp:cNvPr id="0" name=""/>
        <dsp:cNvSpPr/>
      </dsp:nvSpPr>
      <dsp:spPr>
        <a:xfrm>
          <a:off x="7017567" y="3012176"/>
          <a:ext cx="545548" cy="363698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p</a:t>
          </a:r>
        </a:p>
      </dsp:txBody>
      <dsp:txXfrm>
        <a:off x="7028219" y="3022828"/>
        <a:ext cx="524244" cy="342394"/>
      </dsp:txXfrm>
    </dsp:sp>
    <dsp:sp modelId="{C3E72A24-B8C4-1A46-A7F4-1C4EC104E5B4}">
      <dsp:nvSpPr>
        <dsp:cNvPr id="0" name=""/>
        <dsp:cNvSpPr/>
      </dsp:nvSpPr>
      <dsp:spPr>
        <a:xfrm>
          <a:off x="7244621" y="3375874"/>
          <a:ext cx="91440" cy="145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479"/>
              </a:lnTo>
            </a:path>
          </a:pathLst>
        </a:custGeom>
        <a:noFill/>
        <a:ln w="25400" cap="flat" cmpd="sng" algn="ctr">
          <a:solidFill>
            <a:srgbClr val="92D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D5E14A-80C6-8A49-9FA5-B89B7B1F864E}">
      <dsp:nvSpPr>
        <dsp:cNvPr id="0" name=""/>
        <dsp:cNvSpPr/>
      </dsp:nvSpPr>
      <dsp:spPr>
        <a:xfrm>
          <a:off x="7017567" y="3521354"/>
          <a:ext cx="545548" cy="363698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...</a:t>
          </a:r>
        </a:p>
      </dsp:txBody>
      <dsp:txXfrm>
        <a:off x="7028219" y="3532006"/>
        <a:ext cx="524244" cy="342394"/>
      </dsp:txXfrm>
    </dsp:sp>
    <dsp:sp modelId="{E1BC3050-B0E0-CF47-A20B-83B3E4C110EE}">
      <dsp:nvSpPr>
        <dsp:cNvPr id="0" name=""/>
        <dsp:cNvSpPr/>
      </dsp:nvSpPr>
      <dsp:spPr>
        <a:xfrm>
          <a:off x="7290341" y="2866696"/>
          <a:ext cx="709212" cy="145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739"/>
              </a:lnTo>
              <a:lnTo>
                <a:pt x="709212" y="72739"/>
              </a:lnTo>
              <a:lnTo>
                <a:pt x="709212" y="145479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8918B1-BAD7-7C42-BF2C-A188395A8F0D}">
      <dsp:nvSpPr>
        <dsp:cNvPr id="0" name=""/>
        <dsp:cNvSpPr/>
      </dsp:nvSpPr>
      <dsp:spPr>
        <a:xfrm>
          <a:off x="7726780" y="3012176"/>
          <a:ext cx="545548" cy="363698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...</a:t>
          </a:r>
        </a:p>
      </dsp:txBody>
      <dsp:txXfrm>
        <a:off x="7737432" y="3022828"/>
        <a:ext cx="524244" cy="342394"/>
      </dsp:txXfrm>
    </dsp:sp>
    <dsp:sp modelId="{DFFC8508-82BF-744B-AFAE-F5EFC500824C}">
      <dsp:nvSpPr>
        <dsp:cNvPr id="0" name=""/>
        <dsp:cNvSpPr/>
      </dsp:nvSpPr>
      <dsp:spPr>
        <a:xfrm>
          <a:off x="7290784" y="2357518"/>
          <a:ext cx="1417981" cy="145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739"/>
              </a:lnTo>
              <a:lnTo>
                <a:pt x="1417981" y="72739"/>
              </a:lnTo>
              <a:lnTo>
                <a:pt x="1417981" y="145479"/>
              </a:lnTo>
            </a:path>
          </a:pathLst>
        </a:custGeom>
        <a:noFill/>
        <a:ln w="254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F3C7EC-29CB-E343-896F-018F10B7DF8F}">
      <dsp:nvSpPr>
        <dsp:cNvPr id="0" name=""/>
        <dsp:cNvSpPr/>
      </dsp:nvSpPr>
      <dsp:spPr>
        <a:xfrm>
          <a:off x="8321523" y="2502997"/>
          <a:ext cx="774487" cy="363698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footer</a:t>
          </a:r>
        </a:p>
      </dsp:txBody>
      <dsp:txXfrm>
        <a:off x="8332175" y="2513649"/>
        <a:ext cx="753183" cy="342394"/>
      </dsp:txXfrm>
    </dsp:sp>
    <dsp:sp modelId="{8BFD7355-1306-0A4D-AF6B-169EA1902B61}">
      <dsp:nvSpPr>
        <dsp:cNvPr id="0" name=""/>
        <dsp:cNvSpPr/>
      </dsp:nvSpPr>
      <dsp:spPr>
        <a:xfrm>
          <a:off x="8663046" y="2866696"/>
          <a:ext cx="91440" cy="145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479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ECCC0F-965A-A844-9E52-6D8F6790303D}">
      <dsp:nvSpPr>
        <dsp:cNvPr id="0" name=""/>
        <dsp:cNvSpPr/>
      </dsp:nvSpPr>
      <dsp:spPr>
        <a:xfrm>
          <a:off x="8435992" y="3012176"/>
          <a:ext cx="545548" cy="363698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p</a:t>
          </a:r>
        </a:p>
      </dsp:txBody>
      <dsp:txXfrm>
        <a:off x="8446644" y="3022828"/>
        <a:ext cx="524244" cy="342394"/>
      </dsp:txXfrm>
    </dsp:sp>
    <dsp:sp modelId="{C9786647-F35D-DB4D-9989-9A27404EA49D}">
      <dsp:nvSpPr>
        <dsp:cNvPr id="0" name=""/>
        <dsp:cNvSpPr/>
      </dsp:nvSpPr>
      <dsp:spPr>
        <a:xfrm>
          <a:off x="7290784" y="1848340"/>
          <a:ext cx="851365" cy="145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739"/>
              </a:lnTo>
              <a:lnTo>
                <a:pt x="851365" y="72739"/>
              </a:lnTo>
              <a:lnTo>
                <a:pt x="851365" y="145479"/>
              </a:lnTo>
            </a:path>
          </a:pathLst>
        </a:custGeom>
        <a:noFill/>
        <a:ln w="254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B8B7FB-FF8D-EC4F-8252-83FB6EC7DD43}">
      <dsp:nvSpPr>
        <dsp:cNvPr id="0" name=""/>
        <dsp:cNvSpPr/>
      </dsp:nvSpPr>
      <dsp:spPr>
        <a:xfrm>
          <a:off x="7869376" y="1993819"/>
          <a:ext cx="545548" cy="363698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...</a:t>
          </a:r>
        </a:p>
      </dsp:txBody>
      <dsp:txXfrm>
        <a:off x="7880028" y="2004471"/>
        <a:ext cx="524244" cy="342394"/>
      </dsp:txXfrm>
    </dsp:sp>
    <dsp:sp modelId="{988A3B69-7904-AF43-9640-5BD86CEE3C18}">
      <dsp:nvSpPr>
        <dsp:cNvPr id="0" name=""/>
        <dsp:cNvSpPr/>
      </dsp:nvSpPr>
      <dsp:spPr>
        <a:xfrm>
          <a:off x="5872359" y="1339161"/>
          <a:ext cx="4014695" cy="145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739"/>
              </a:lnTo>
              <a:lnTo>
                <a:pt x="4014695" y="72739"/>
              </a:lnTo>
              <a:lnTo>
                <a:pt x="4014695" y="145479"/>
              </a:lnTo>
            </a:path>
          </a:pathLst>
        </a:custGeom>
        <a:noFill/>
        <a:ln w="25400" cap="flat" cmpd="sng" algn="ctr">
          <a:solidFill>
            <a:srgbClr val="FFC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44FD-3C6B-6249-A2A5-61E2FB2E6B2C}">
      <dsp:nvSpPr>
        <dsp:cNvPr id="0" name=""/>
        <dsp:cNvSpPr/>
      </dsp:nvSpPr>
      <dsp:spPr>
        <a:xfrm>
          <a:off x="9461964" y="1484641"/>
          <a:ext cx="850182" cy="363698"/>
        </a:xfrm>
        <a:prstGeom prst="roundRect">
          <a:avLst>
            <a:gd name="adj" fmla="val 10000"/>
          </a:avLst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solidFill>
                <a:schemeClr val="bg1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footer</a:t>
          </a:r>
        </a:p>
      </dsp:txBody>
      <dsp:txXfrm>
        <a:off x="9472616" y="1495293"/>
        <a:ext cx="828878" cy="342394"/>
      </dsp:txXfrm>
    </dsp:sp>
    <dsp:sp modelId="{3AEB0F24-932E-BB42-94EF-593E13778973}">
      <dsp:nvSpPr>
        <dsp:cNvPr id="0" name=""/>
        <dsp:cNvSpPr/>
      </dsp:nvSpPr>
      <dsp:spPr>
        <a:xfrm>
          <a:off x="9532448" y="1848340"/>
          <a:ext cx="354606" cy="145479"/>
        </a:xfrm>
        <a:custGeom>
          <a:avLst/>
          <a:gdLst/>
          <a:ahLst/>
          <a:cxnLst/>
          <a:rect l="0" t="0" r="0" b="0"/>
          <a:pathLst>
            <a:path>
              <a:moveTo>
                <a:pt x="354606" y="0"/>
              </a:moveTo>
              <a:lnTo>
                <a:pt x="354606" y="72739"/>
              </a:lnTo>
              <a:lnTo>
                <a:pt x="0" y="72739"/>
              </a:lnTo>
              <a:lnTo>
                <a:pt x="0" y="145479"/>
              </a:lnTo>
            </a:path>
          </a:pathLst>
        </a:custGeom>
        <a:noFill/>
        <a:ln w="254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BF1C97-30E3-6E45-8473-758DE0A03F0B}">
      <dsp:nvSpPr>
        <dsp:cNvPr id="0" name=""/>
        <dsp:cNvSpPr/>
      </dsp:nvSpPr>
      <dsp:spPr>
        <a:xfrm>
          <a:off x="9259674" y="1993819"/>
          <a:ext cx="545548" cy="363698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div</a:t>
          </a:r>
        </a:p>
      </dsp:txBody>
      <dsp:txXfrm>
        <a:off x="9270326" y="2004471"/>
        <a:ext cx="524244" cy="342394"/>
      </dsp:txXfrm>
    </dsp:sp>
    <dsp:sp modelId="{0336918E-648B-5B4C-88C7-7B85EA93B746}">
      <dsp:nvSpPr>
        <dsp:cNvPr id="0" name=""/>
        <dsp:cNvSpPr/>
      </dsp:nvSpPr>
      <dsp:spPr>
        <a:xfrm>
          <a:off x="9486728" y="2357518"/>
          <a:ext cx="91440" cy="145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479"/>
              </a:lnTo>
            </a:path>
          </a:pathLst>
        </a:custGeom>
        <a:noFill/>
        <a:ln w="254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7DE5B6-89A5-7F4C-A944-BA73944B6786}">
      <dsp:nvSpPr>
        <dsp:cNvPr id="0" name=""/>
        <dsp:cNvSpPr/>
      </dsp:nvSpPr>
      <dsp:spPr>
        <a:xfrm>
          <a:off x="9259674" y="2502997"/>
          <a:ext cx="545548" cy="363698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...</a:t>
          </a:r>
        </a:p>
      </dsp:txBody>
      <dsp:txXfrm>
        <a:off x="9270326" y="2513649"/>
        <a:ext cx="524244" cy="342394"/>
      </dsp:txXfrm>
    </dsp:sp>
    <dsp:sp modelId="{1DCA5A62-3E3E-A24E-8C8E-BAB9BE3496BB}">
      <dsp:nvSpPr>
        <dsp:cNvPr id="0" name=""/>
        <dsp:cNvSpPr/>
      </dsp:nvSpPr>
      <dsp:spPr>
        <a:xfrm>
          <a:off x="9887055" y="1848340"/>
          <a:ext cx="354606" cy="145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739"/>
              </a:lnTo>
              <a:lnTo>
                <a:pt x="354606" y="72739"/>
              </a:lnTo>
              <a:lnTo>
                <a:pt x="354606" y="145479"/>
              </a:lnTo>
            </a:path>
          </a:pathLst>
        </a:custGeom>
        <a:noFill/>
        <a:ln w="254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C34ADF-CF01-294E-92FB-FD61CA2D846C}">
      <dsp:nvSpPr>
        <dsp:cNvPr id="0" name=""/>
        <dsp:cNvSpPr/>
      </dsp:nvSpPr>
      <dsp:spPr>
        <a:xfrm>
          <a:off x="9968887" y="1993819"/>
          <a:ext cx="545548" cy="363698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div</a:t>
          </a:r>
        </a:p>
      </dsp:txBody>
      <dsp:txXfrm>
        <a:off x="9979539" y="2004471"/>
        <a:ext cx="524244" cy="342394"/>
      </dsp:txXfrm>
    </dsp:sp>
    <dsp:sp modelId="{44663AAA-1F41-3240-A15B-FECC403DAF13}">
      <dsp:nvSpPr>
        <dsp:cNvPr id="0" name=""/>
        <dsp:cNvSpPr/>
      </dsp:nvSpPr>
      <dsp:spPr>
        <a:xfrm>
          <a:off x="10195941" y="2357518"/>
          <a:ext cx="91440" cy="145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479"/>
              </a:lnTo>
            </a:path>
          </a:pathLst>
        </a:custGeom>
        <a:noFill/>
        <a:ln w="254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3C2315-5DCE-4C4B-ADF9-D42EE575B366}">
      <dsp:nvSpPr>
        <dsp:cNvPr id="0" name=""/>
        <dsp:cNvSpPr/>
      </dsp:nvSpPr>
      <dsp:spPr>
        <a:xfrm>
          <a:off x="9968887" y="2502997"/>
          <a:ext cx="545548" cy="363698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latin typeface="Fira Code Retina" pitchFamily="49" charset="0"/>
              <a:ea typeface="Fira Code Retina" pitchFamily="49" charset="0"/>
              <a:cs typeface="Fira Code Retina" pitchFamily="49" charset="0"/>
            </a:rPr>
            <a:t>...</a:t>
          </a:r>
        </a:p>
      </dsp:txBody>
      <dsp:txXfrm>
        <a:off x="9979539" y="2513649"/>
        <a:ext cx="524244" cy="3423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4T01:27:31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DC735A-4B65-45E1-B618-904949958F82}" type="datetimeFigureOut">
              <a:t>10/4/2023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10DC4-8CF2-4321-8AC8-9D4736E933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8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Early return pattern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410DC4-8CF2-4321-8AC8-9D4736E933B4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7291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29E87-5C98-498F-A9AC-243B1A271376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7981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29E87-5C98-498F-A9AC-243B1A271376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7437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97172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22132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08213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77524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0742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49472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65863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86759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5211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912073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45813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7852940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58343247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5235436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5075545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4416204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446637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6902548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8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951281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2910913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01532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4/10/2023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914329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639090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326711071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454972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091054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094653"/>
      </p:ext>
    </p:extLst>
  </p:cSld>
  <p:clrMapOvr>
    <a:masterClrMapping/>
  </p:clrMapOvr>
  <p:transition spd="slow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3124391"/>
      </p:ext>
    </p:extLst>
  </p:cSld>
  <p:clrMapOvr>
    <a:masterClrMapping/>
  </p:clrMapOvr>
  <p:transition spd="slow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677842"/>
      </p:ext>
    </p:extLst>
  </p:cSld>
  <p:clrMapOvr>
    <a:masterClrMapping/>
  </p:clrMapOvr>
  <p:transition spd="slow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439502"/>
      </p:ext>
    </p:extLst>
  </p:cSld>
  <p:clrMapOvr>
    <a:masterClrMapping/>
  </p:clrMapOvr>
  <p:transition spd="slow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7761409"/>
      </p:ext>
    </p:extLst>
  </p:cSld>
  <p:clrMapOvr>
    <a:masterClrMapping/>
  </p:clrMapOvr>
  <p:transition spd="slow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4551233"/>
      </p:ext>
    </p:extLst>
  </p:cSld>
  <p:clrMapOvr>
    <a:masterClrMapping/>
  </p:clrMapOvr>
  <p:transition spd="slow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4/10/2023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7872616"/>
      </p:ext>
    </p:extLst>
  </p:cSld>
  <p:clrMapOvr>
    <a:masterClrMapping/>
  </p:clrMapOvr>
  <p:transition spd="slow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7325809"/>
      </p:ext>
    </p:extLst>
  </p:cSld>
  <p:clrMapOvr>
    <a:masterClrMapping/>
  </p:clrMapOvr>
  <p:transition spd="slow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009829"/>
      </p:ext>
    </p:extLst>
  </p:cSld>
  <p:clrMapOvr>
    <a:masterClrMapping/>
  </p:clrMapOvr>
  <p:transition spd="slow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5945563"/>
      </p:ext>
    </p:extLst>
  </p:cSld>
  <p:clrMapOvr>
    <a:masterClrMapping/>
  </p:clrMapOvr>
  <p:transition spd="slow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44494"/>
      </p:ext>
    </p:extLst>
  </p:cSld>
  <p:clrMapOvr>
    <a:masterClrMapping/>
  </p:clrMapOvr>
  <p:transition spd="slow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2350594"/>
      </p:ext>
    </p:extLst>
  </p:cSld>
  <p:clrMapOvr>
    <a:masterClrMapping/>
  </p:clrMapOvr>
  <p:transition spd="slow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9059109"/>
      </p:ext>
    </p:extLst>
  </p:cSld>
  <p:clrMapOvr>
    <a:masterClrMapping/>
  </p:clrMapOvr>
  <p:transition spd="slow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440938"/>
      </p:ext>
    </p:extLst>
  </p:cSld>
  <p:clrMapOvr>
    <a:masterClrMapping/>
  </p:clrMapOvr>
  <p:transition spd="slow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4279959"/>
      </p:ext>
    </p:extLst>
  </p:cSld>
  <p:clrMapOvr>
    <a:masterClrMapping/>
  </p:clrMapOvr>
  <p:transition spd="slow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590441"/>
      </p:ext>
    </p:extLst>
  </p:cSld>
  <p:clrMapOvr>
    <a:masterClrMapping/>
  </p:clrMapOvr>
  <p:transition spd="slow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9257663"/>
      </p:ext>
    </p:extLst>
  </p:cSld>
  <p:clrMapOvr>
    <a:masterClrMapping/>
  </p:clrMapOvr>
  <p:transition spd="slow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646541"/>
      </p:ext>
    </p:extLst>
  </p:cSld>
  <p:clrMapOvr>
    <a:masterClrMapping/>
  </p:clrMapOvr>
  <p:transition spd="slow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842572"/>
      </p:ext>
    </p:extLst>
  </p:cSld>
  <p:clrMapOvr>
    <a:masterClrMapping/>
  </p:clrMapOvr>
  <p:transition spd="slow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037543"/>
      </p:ext>
    </p:extLst>
  </p:cSld>
  <p:clrMapOvr>
    <a:masterClrMapping/>
  </p:clrMapOvr>
  <p:transition spd="slow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5812088"/>
      </p:ext>
    </p:extLst>
  </p:cSld>
  <p:clrMapOvr>
    <a:masterClrMapping/>
  </p:clrMapOvr>
  <p:transition spd="slow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0765084"/>
      </p:ext>
    </p:extLst>
  </p:cSld>
  <p:clrMapOvr>
    <a:masterClrMapping/>
  </p:clrMapOvr>
  <p:transition spd="slow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7664379"/>
      </p:ext>
    </p:extLst>
  </p:cSld>
  <p:clrMapOvr>
    <a:masterClrMapping/>
  </p:clrMapOvr>
  <p:transition spd="slow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9627324"/>
      </p:ext>
    </p:extLst>
  </p:cSld>
  <p:clrMapOvr>
    <a:masterClrMapping/>
  </p:clrMapOvr>
  <p:transition spd="slow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146778"/>
      </p:ext>
    </p:extLst>
  </p:cSld>
  <p:clrMapOvr>
    <a:masterClrMapping/>
  </p:clrMapOvr>
  <p:transition spd="slow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866695"/>
      </p:ext>
    </p:extLst>
  </p:cSld>
  <p:clrMapOvr>
    <a:masterClrMapping/>
  </p:clrMapOvr>
  <p:transition spd="slow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941442"/>
      </p:ext>
    </p:extLst>
  </p:cSld>
  <p:clrMapOvr>
    <a:masterClrMapping/>
  </p:clrMapOvr>
  <p:transition spd="slow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579322"/>
      </p:ext>
    </p:extLst>
  </p:cSld>
  <p:clrMapOvr>
    <a:masterClrMapping/>
  </p:clrMapOvr>
  <p:transition spd="slow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2395453"/>
      </p:ext>
    </p:extLst>
  </p:cSld>
  <p:clrMapOvr>
    <a:masterClrMapping/>
  </p:clrMapOvr>
  <p:transition spd="slow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220297"/>
      </p:ext>
    </p:extLst>
  </p:cSld>
  <p:clrMapOvr>
    <a:masterClrMapping/>
  </p:clrMapOvr>
  <p:transition spd="slow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9710051"/>
      </p:ext>
    </p:extLst>
  </p:cSld>
  <p:clrMapOvr>
    <a:masterClrMapping/>
  </p:clrMapOvr>
  <p:transition spd="slow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7095686"/>
      </p:ext>
    </p:extLst>
  </p:cSld>
  <p:clrMapOvr>
    <a:masterClrMapping/>
  </p:clrMapOvr>
  <p:transition spd="slow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082501"/>
      </p:ext>
    </p:extLst>
  </p:cSld>
  <p:clrMapOvr>
    <a:masterClrMapping/>
  </p:clrMapOvr>
  <p:transition spd="slow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6643192"/>
      </p:ext>
    </p:extLst>
  </p:cSld>
  <p:clrMapOvr>
    <a:masterClrMapping/>
  </p:clrMapOvr>
  <p:transition spd="slow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5730182"/>
      </p:ext>
    </p:extLst>
  </p:cSld>
  <p:clrMapOvr>
    <a:masterClrMapping/>
  </p:clrMapOvr>
  <p:transition spd="slow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84613"/>
      </p:ext>
    </p:extLst>
  </p:cSld>
  <p:clrMapOvr>
    <a:masterClrMapping/>
  </p:clrMapOvr>
  <p:transition spd="slow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113288"/>
      </p:ext>
    </p:extLst>
  </p:cSld>
  <p:clrMapOvr>
    <a:masterClrMapping/>
  </p:clrMapOvr>
  <p:transition spd="slow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045618"/>
      </p:ext>
    </p:extLst>
  </p:cSld>
  <p:clrMapOvr>
    <a:masterClrMapping/>
  </p:clrMapOvr>
  <p:transition spd="slow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9998777"/>
      </p:ext>
    </p:extLst>
  </p:cSld>
  <p:clrMapOvr>
    <a:masterClrMapping/>
  </p:clrMapOvr>
  <p:transition spd="slow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052585"/>
      </p:ext>
    </p:extLst>
  </p:cSld>
  <p:clrMapOvr>
    <a:masterClrMapping/>
  </p:clrMapOvr>
  <p:transition spd="slow"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4099411"/>
      </p:ext>
    </p:extLst>
  </p:cSld>
  <p:clrMapOvr>
    <a:masterClrMapping/>
  </p:clrMapOvr>
  <p:transition spd="slow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144768"/>
      </p:ext>
    </p:extLst>
  </p:cSld>
  <p:clrMapOvr>
    <a:masterClrMapping/>
  </p:clrMapOvr>
  <p:transition spd="slow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7102047"/>
      </p:ext>
    </p:extLst>
  </p:cSld>
  <p:clrMapOvr>
    <a:masterClrMapping/>
  </p:clrMapOvr>
  <p:transition spd="slow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389621"/>
      </p:ext>
    </p:extLst>
  </p:cSld>
  <p:clrMapOvr>
    <a:masterClrMapping/>
  </p:clrMapOvr>
  <p:transition spd="slow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9817362"/>
      </p:ext>
    </p:extLst>
  </p:cSld>
  <p:clrMapOvr>
    <a:masterClrMapping/>
  </p:clrMapOvr>
  <p:transition spd="slow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3219357"/>
      </p:ext>
    </p:extLst>
  </p:cSld>
  <p:clrMapOvr>
    <a:masterClrMapping/>
  </p:clrMapOvr>
  <p:transition spd="slow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2639140"/>
      </p:ext>
    </p:extLst>
  </p:cSld>
  <p:clrMapOvr>
    <a:masterClrMapping/>
  </p:clrMapOvr>
  <p:transition spd="slow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8202440"/>
      </p:ext>
    </p:extLst>
  </p:cSld>
  <p:clrMapOvr>
    <a:masterClrMapping/>
  </p:clrMapOvr>
  <p:transition spd="slow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6118706"/>
      </p:ext>
    </p:extLst>
  </p:cSld>
  <p:clrMapOvr>
    <a:masterClrMapping/>
  </p:clrMapOvr>
  <p:transition spd="slow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297514"/>
      </p:ext>
    </p:extLst>
  </p:cSld>
  <p:clrMapOvr>
    <a:masterClrMapping/>
  </p:clrMapOvr>
  <p:transition spd="slow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6331379"/>
      </p:ext>
    </p:extLst>
  </p:cSld>
  <p:clrMapOvr>
    <a:masterClrMapping/>
  </p:clrMapOvr>
  <p:transition spd="slow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500825"/>
      </p:ext>
    </p:extLst>
  </p:cSld>
  <p:clrMapOvr>
    <a:masterClrMapping/>
  </p:clrMapOvr>
  <p:transition spd="slow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379820"/>
      </p:ext>
    </p:extLst>
  </p:cSld>
  <p:clrMapOvr>
    <a:masterClrMapping/>
  </p:clrMapOvr>
  <p:transition spd="slow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786074"/>
      </p:ext>
    </p:extLst>
  </p:cSld>
  <p:clrMapOvr>
    <a:masterClrMapping/>
  </p:clrMapOvr>
  <p:transition spd="slow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2273943"/>
      </p:ext>
    </p:extLst>
  </p:cSld>
  <p:clrMapOvr>
    <a:masterClrMapping/>
  </p:clrMapOvr>
  <p:transition spd="slow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435440"/>
      </p:ext>
    </p:extLst>
  </p:cSld>
  <p:clrMapOvr>
    <a:masterClrMapping/>
  </p:clrMapOvr>
  <p:transition spd="slow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95935"/>
      </p:ext>
    </p:extLst>
  </p:cSld>
  <p:clrMapOvr>
    <a:masterClrMapping/>
  </p:clrMapOvr>
  <p:transition spd="slow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185332"/>
      </p:ext>
    </p:extLst>
  </p:cSld>
  <p:clrMapOvr>
    <a:masterClrMapping/>
  </p:clrMapOvr>
  <p:transition spd="slow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5765892"/>
      </p:ext>
    </p:extLst>
  </p:cSld>
  <p:clrMapOvr>
    <a:masterClrMapping/>
  </p:clrMapOvr>
  <p:transition spd="slow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3031487"/>
      </p:ext>
    </p:extLst>
  </p:cSld>
  <p:clrMapOvr>
    <a:masterClrMapping/>
  </p:clrMapOvr>
  <p:transition spd="slow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6082134"/>
      </p:ext>
    </p:extLst>
  </p:cSld>
  <p:clrMapOvr>
    <a:masterClrMapping/>
  </p:clrMapOvr>
  <p:transition spd="slow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5485142"/>
      </p:ext>
    </p:extLst>
  </p:cSld>
  <p:clrMapOvr>
    <a:masterClrMapping/>
  </p:clrMapOvr>
  <p:transition spd="slow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1969938"/>
      </p:ext>
    </p:extLst>
  </p:cSld>
  <p:clrMapOvr>
    <a:masterClrMapping/>
  </p:clrMapOvr>
  <p:transition spd="slow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283881"/>
      </p:ext>
    </p:extLst>
  </p:cSld>
  <p:clrMapOvr>
    <a:masterClrMapping/>
  </p:clrMapOvr>
  <p:transition spd="slow"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006424"/>
      </p:ext>
    </p:extLst>
  </p:cSld>
  <p:clrMapOvr>
    <a:masterClrMapping/>
  </p:clrMapOvr>
  <p:transition spd="slow"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959658"/>
      </p:ext>
    </p:extLst>
  </p:cSld>
  <p:clrMapOvr>
    <a:masterClrMapping/>
  </p:clrMapOvr>
  <p:transition spd="slow"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5316661"/>
      </p:ext>
    </p:extLst>
  </p:cSld>
  <p:clrMapOvr>
    <a:masterClrMapping/>
  </p:clrMapOvr>
  <p:transition spd="slow"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2312828"/>
      </p:ext>
    </p:extLst>
  </p:cSld>
  <p:clrMapOvr>
    <a:masterClrMapping/>
  </p:clrMapOvr>
  <p:transition spd="slow"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389694"/>
      </p:ext>
    </p:extLst>
  </p:cSld>
  <p:clrMapOvr>
    <a:masterClrMapping/>
  </p:clrMapOvr>
  <p:transition spd="slow"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7756321"/>
      </p:ext>
    </p:extLst>
  </p:cSld>
  <p:clrMapOvr>
    <a:masterClrMapping/>
  </p:clrMapOvr>
  <p:transition spd="slow"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4377667"/>
      </p:ext>
    </p:extLst>
  </p:cSld>
  <p:clrMapOvr>
    <a:masterClrMapping/>
  </p:clrMapOvr>
  <p:transition spd="slow"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1518369"/>
      </p:ext>
    </p:extLst>
  </p:cSld>
  <p:clrMapOvr>
    <a:masterClrMapping/>
  </p:clrMapOvr>
  <p:transition spd="slow"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1450234"/>
      </p:ext>
    </p:extLst>
  </p:cSld>
  <p:clrMapOvr>
    <a:masterClrMapping/>
  </p:clrMapOvr>
  <p:transition spd="slow"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679199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8800938"/>
      </p:ext>
    </p:extLst>
  </p:cSld>
  <p:clrMapOvr>
    <a:masterClrMapping/>
  </p:clrMapOvr>
  <p:transition spd="slow">
    <p:fade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578032"/>
      </p:ext>
    </p:extLst>
  </p:cSld>
  <p:clrMapOvr>
    <a:masterClrMapping/>
  </p:clrMapOvr>
  <p:transition spd="slow">
    <p:fade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5599382"/>
      </p:ext>
    </p:extLst>
  </p:cSld>
  <p:clrMapOvr>
    <a:masterClrMapping/>
  </p:clrMapOvr>
  <p:transition spd="slow">
    <p:fade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3226191"/>
      </p:ext>
    </p:extLst>
  </p:cSld>
  <p:clrMapOvr>
    <a:masterClrMapping/>
  </p:clrMapOvr>
  <p:transition spd="slow">
    <p:fade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6065649"/>
      </p:ext>
    </p:extLst>
  </p:cSld>
  <p:clrMapOvr>
    <a:masterClrMapping/>
  </p:clrMapOvr>
  <p:transition spd="slow">
    <p:fade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1847952"/>
      </p:ext>
    </p:extLst>
  </p:cSld>
  <p:clrMapOvr>
    <a:masterClrMapping/>
  </p:clrMapOvr>
  <p:transition spd="slow">
    <p:fade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742388"/>
      </p:ext>
    </p:extLst>
  </p:cSld>
  <p:clrMapOvr>
    <a:masterClrMapping/>
  </p:clrMapOvr>
  <p:transition spd="slow"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28909"/>
      </p:ext>
    </p:extLst>
  </p:cSld>
  <p:clrMapOvr>
    <a:masterClrMapping/>
  </p:clrMapOvr>
  <p:transition spd="slow">
    <p:fad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949875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913130"/>
      </p:ext>
    </p:extLst>
  </p:cSld>
  <p:clrMapOvr>
    <a:masterClrMapping/>
  </p:clrMapOvr>
  <p:hf hd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456127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92264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03298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245966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61617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336091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58231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422970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240910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881950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30407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263826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14777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94600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483741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79424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03280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737626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08466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68367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025110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38333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72933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603705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521436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45080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77024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43125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22243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936901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401920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7754979"/>
      </p:ext>
    </p:extLst>
  </p:cSld>
  <p:clrMapOvr>
    <a:masterClrMapping/>
  </p:clrMapOvr>
  <p:transition spd="slow">
    <p:fade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6360377"/>
      </p:ext>
    </p:extLst>
  </p:cSld>
  <p:clrMapOvr>
    <a:masterClrMapping/>
  </p:clrMapOvr>
  <p:transition spd="slow">
    <p:fade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9064148"/>
      </p:ext>
    </p:extLst>
  </p:cSld>
  <p:clrMapOvr>
    <a:masterClrMapping/>
  </p:clrMapOvr>
  <p:transition spd="slow">
    <p:fade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2742752"/>
      </p:ext>
    </p:extLst>
  </p:cSld>
  <p:clrMapOvr>
    <a:masterClrMapping/>
  </p:clrMapOvr>
  <p:transition spd="slow">
    <p:fade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2929718"/>
      </p:ext>
    </p:extLst>
  </p:cSld>
  <p:clrMapOvr>
    <a:masterClrMapping/>
  </p:clrMapOvr>
  <p:transition spd="slow">
    <p:fade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7485039"/>
      </p:ext>
    </p:extLst>
  </p:cSld>
  <p:clrMapOvr>
    <a:masterClrMapping/>
  </p:clrMapOvr>
  <p:transition spd="slow">
    <p:fade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988109"/>
      </p:ext>
    </p:extLst>
  </p:cSld>
  <p:clrMapOvr>
    <a:masterClrMapping/>
  </p:clrMapOvr>
  <p:transition spd="slow">
    <p:fade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331647"/>
      </p:ext>
    </p:extLst>
  </p:cSld>
  <p:clrMapOvr>
    <a:masterClrMapping/>
  </p:clrMapOvr>
  <p:transition spd="slow">
    <p:fade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779250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2727293"/>
      </p:ext>
    </p:extLst>
  </p:cSld>
  <p:clrMapOvr>
    <a:masterClrMapping/>
  </p:clrMapOvr>
  <p:hf hdr="0" dt="0"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70716366"/>
      </p:ext>
    </p:extLst>
  </p:cSld>
  <p:clrMapOvr>
    <a:masterClrMapping/>
  </p:clrMapOvr>
  <p:transition spd="slow">
    <p:fade/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652346039"/>
      </p:ext>
    </p:extLst>
  </p:cSld>
  <p:clrMapOvr>
    <a:masterClrMapping/>
  </p:clrMapOvr>
  <p:transition spd="slow">
    <p:fade/>
  </p:transition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AU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2308670"/>
      </p:ext>
    </p:extLst>
  </p:cSld>
  <p:clrMapOvr>
    <a:masterClrMapping/>
  </p:clrMapOvr>
  <p:transition spd="slow">
    <p:fade/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6903567"/>
      </p:ext>
    </p:extLst>
  </p:cSld>
  <p:clrMapOvr>
    <a:masterClrMapping/>
  </p:clrMapOvr>
  <p:transition spd="slow">
    <p:fade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0945770"/>
      </p:ext>
    </p:extLst>
  </p:cSld>
  <p:clrMapOvr>
    <a:masterClrMapping/>
  </p:clrMapOvr>
  <p:transition spd="slow">
    <p:fade/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221750"/>
      </p:ext>
    </p:extLst>
  </p:cSld>
  <p:clrMapOvr>
    <a:masterClrMapping/>
  </p:clrMapOvr>
  <p:transition spd="slow">
    <p:fade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404910"/>
      </p:ext>
    </p:extLst>
  </p:cSld>
  <p:clrMapOvr>
    <a:masterClrMapping/>
  </p:clrMapOvr>
  <p:transition spd="slow">
    <p:fade/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579965"/>
      </p:ext>
    </p:extLst>
  </p:cSld>
  <p:clrMapOvr>
    <a:masterClrMapping/>
  </p:clrMapOvr>
  <p:transition spd="slow">
    <p:fade/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4863047"/>
      </p:ext>
    </p:extLst>
  </p:cSld>
  <p:clrMapOvr>
    <a:masterClrMapping/>
  </p:clrMapOvr>
  <p:transition spd="slow">
    <p:fade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8316875"/>
      </p:ext>
    </p:extLst>
  </p:cSld>
  <p:clrMapOvr>
    <a:masterClrMapping/>
  </p:clrMapOvr>
  <p:transition spd="slow">
    <p:fade/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4/10/2023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623192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em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emf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emf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emf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image" Target="../media/image3.jpeg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7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theme" Target="../theme/theme13.xml"/><Relationship Id="rId5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7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51.xml"/><Relationship Id="rId5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50.xml"/><Relationship Id="rId4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9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9.xml"/><Relationship Id="rId13" Type="http://schemas.openxmlformats.org/officeDocument/2006/relationships/image" Target="../media/image7.emf"/><Relationship Id="rId3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8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52.xml"/><Relationship Id="rId6" Type="http://schemas.openxmlformats.org/officeDocument/2006/relationships/slideLayout" Target="../slideLayouts/slideLayout157.xml"/><Relationship Id="rId11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56.xml"/><Relationship Id="rId10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55.xml"/><Relationship Id="rId9" Type="http://schemas.openxmlformats.org/officeDocument/2006/relationships/slideLayout" Target="../slideLayouts/slideLayout160.xml"/><Relationship Id="rId14" Type="http://schemas.openxmlformats.org/officeDocument/2006/relationships/image" Target="../media/image8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E2B1F-3BA7-43D8-54B8-9DA63BB590F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CD4F25-35BD-D59F-8D88-D390634E6B3E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66792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1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  <p:pic>
        <p:nvPicPr>
          <p:cNvPr id="11" name="Picture 10" descr="Shape, rectangle&#10;&#10;Description automatically generated">
            <a:extLst>
              <a:ext uri="{FF2B5EF4-FFF2-40B4-BE49-F238E27FC236}">
                <a16:creationId xmlns:a16="http://schemas.microsoft.com/office/drawing/2014/main" id="{FB1B3E2C-5634-B283-5DA9-CF2AA0C62510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" r="786" b="90698"/>
          <a:stretch/>
        </p:blipFill>
        <p:spPr>
          <a:xfrm>
            <a:off x="0" y="0"/>
            <a:ext cx="12192000" cy="756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43A73D-BC11-784C-91CA-D338A5444653}"/>
              </a:ext>
            </a:extLst>
          </p:cNvPr>
          <p:cNvSpPr txBox="1"/>
          <p:nvPr userDrawn="1"/>
        </p:nvSpPr>
        <p:spPr>
          <a:xfrm rot="16200000">
            <a:off x="-2391618" y="3266444"/>
            <a:ext cx="5420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</a:rPr>
              <a:t>ICT40120 Certificate IV in Programming</a:t>
            </a:r>
          </a:p>
        </p:txBody>
      </p:sp>
    </p:spTree>
    <p:extLst>
      <p:ext uri="{BB962C8B-B14F-4D97-AF65-F5344CB8AC3E}">
        <p14:creationId xmlns:p14="http://schemas.microsoft.com/office/powerpoint/2010/main" val="38834974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3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5733F300-0A4E-72B7-DE64-0D266581486E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t="-1" b="90593"/>
          <a:stretch/>
        </p:blipFill>
        <p:spPr>
          <a:xfrm>
            <a:off x="0" y="0"/>
            <a:ext cx="12192000" cy="76943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30000"/>
            <a:biLevel thresh="7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4022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C11DD-A15C-4F20-5497-445A07C596A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F5C0C4-2700-5C2E-E243-A32AC6D7823C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5546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E11DD5-AE95-6FD5-F8ED-581EC212662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B93067-C2A8-9188-F67D-1811D395F548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6734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 descr="Shape&#10;&#10;Description automatically generated with low confidence">
            <a:extLst>
              <a:ext uri="{FF2B5EF4-FFF2-40B4-BE49-F238E27FC236}">
                <a16:creationId xmlns:a16="http://schemas.microsoft.com/office/drawing/2014/main" id="{A7CC75FF-9724-8147-A0FC-729B7F64182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/>
          <a:stretch/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63C976-4323-BEC4-D794-29DE4A65855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561454-5231-CD4C-E25B-2A0FBF4C7721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  <a:biLevel thresh="2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95585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CC2F6B-FCEF-2A83-9D11-F99C242B3A0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DCD787-14C6-1E61-13ED-101927EA526B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197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D6E24-8DEC-3744-9360-4F74DC4CCB8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3C2C9F-DCB7-A316-B061-B71274F85B8F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0079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AF743F-302A-D5A5-923F-4E3553F2D64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BE2B0E-C479-8999-813C-931896F8186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59627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5D370-27CE-1543-DE20-99096E7ED37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7917601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A7F89-7143-E432-6480-FB158F149B8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6784963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5C7F7-5515-9DD4-EE0B-1026F29427E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442744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80" t="15106" r="9315" b="9369"/>
          <a:stretch/>
        </p:blipFill>
        <p:spPr>
          <a:xfrm>
            <a:off x="-57876" y="0"/>
            <a:ext cx="12249875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4ABB8-7D50-6384-C614-FB8D78343DD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686878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5329E7-8084-71E1-C3DE-7E44BA3F9B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536819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404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1A46A0-3DE6-03D6-1037-15D862991A4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988300" y="0"/>
            <a:ext cx="4203700" cy="6858000"/>
          </a:xfrm>
          <a:prstGeom prst="rect">
            <a:avLst/>
          </a:prstGeom>
          <a:effectLst>
            <a:softEdge rad="203200"/>
          </a:effec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CE0321-D85A-8DA0-40E9-6CF2D30E1FD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129F0B-B31F-4532-88F4-720AEFE801A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746475" y="148309"/>
            <a:ext cx="1219200" cy="508000"/>
          </a:xfrm>
          <a:prstGeom prst="rect">
            <a:avLst/>
          </a:prstGeom>
          <a:effectLst>
            <a:outerShdw blurRad="101600" dist="76200" dir="2700000" algn="tl" rotWithShape="0">
              <a:prstClr val="black">
                <a:alpha val="81983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21563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fade/>
  </p:transition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ezPEbn2e2CE" TargetMode="Externa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ezPEbn2e2CE" TargetMode="Externa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 fontScale="90000"/>
          </a:bodyPr>
          <a:lstStyle/>
          <a:p>
            <a:br>
              <a:rPr lang="en-AU"/>
            </a:br>
            <a:r>
              <a:rPr lang="en-AU"/>
              <a:t>Web Technologies: Introduction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/>
              <a:t>ICT40120 Certificate IV in Information Technology (Programming)</a:t>
            </a:r>
          </a:p>
        </p:txBody>
      </p:sp>
      <p:graphicFrame>
        <p:nvGraphicFramePr>
          <p:cNvPr id="36" name="Table 36">
            <a:extLst>
              <a:ext uri="{FF2B5EF4-FFF2-40B4-BE49-F238E27FC236}">
                <a16:creationId xmlns:a16="http://schemas.microsoft.com/office/drawing/2014/main" id="{740E6E62-3521-150E-78A6-322B5A2C948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76761145"/>
              </p:ext>
            </p:extLst>
          </p:nvPr>
        </p:nvGraphicFramePr>
        <p:xfrm>
          <a:off x="1524000" y="3771900"/>
          <a:ext cx="9144000" cy="111252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1681537">
                  <a:extLst>
                    <a:ext uri="{9D8B030D-6E8A-4147-A177-3AD203B41FA5}">
                      <a16:colId xmlns:a16="http://schemas.microsoft.com/office/drawing/2014/main" val="3907653306"/>
                    </a:ext>
                  </a:extLst>
                </a:gridCol>
                <a:gridCol w="7462463">
                  <a:extLst>
                    <a:ext uri="{9D8B030D-6E8A-4147-A177-3AD203B41FA5}">
                      <a16:colId xmlns:a16="http://schemas.microsoft.com/office/drawing/2014/main" val="3038254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32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Produce basic client-side script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6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ICTWEB452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Create a markup language document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588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433223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br>
              <a:rPr lang="en-AU"/>
            </a:br>
            <a:r>
              <a:rPr lang="en-AU"/>
              <a:t>Web Tech: Sessions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/>
              <a:t>ICT40120 Certificate IV in Information Technology (Programming)</a:t>
            </a:r>
          </a:p>
        </p:txBody>
      </p:sp>
      <p:graphicFrame>
        <p:nvGraphicFramePr>
          <p:cNvPr id="43" name="Table 36">
            <a:extLst>
              <a:ext uri="{FF2B5EF4-FFF2-40B4-BE49-F238E27FC236}">
                <a16:creationId xmlns:a16="http://schemas.microsoft.com/office/drawing/2014/main" id="{F3851BF3-76D2-D5E7-A4A8-9CDBF5AA32DB}"/>
              </a:ext>
            </a:extLst>
          </p:cNvPr>
          <p:cNvGraphicFramePr>
            <a:graphicFrameLocks noGrp="1"/>
          </p:cNvGraphicFramePr>
          <p:nvPr>
            <p:ph type="tbl" sz="quarter" idx="13"/>
          </p:nvPr>
        </p:nvGraphicFramePr>
        <p:xfrm>
          <a:off x="1524000" y="3771900"/>
          <a:ext cx="9144000" cy="111252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1681537">
                  <a:extLst>
                    <a:ext uri="{9D8B030D-6E8A-4147-A177-3AD203B41FA5}">
                      <a16:colId xmlns:a16="http://schemas.microsoft.com/office/drawing/2014/main" val="3907653306"/>
                    </a:ext>
                  </a:extLst>
                </a:gridCol>
                <a:gridCol w="7462463">
                  <a:extLst>
                    <a:ext uri="{9D8B030D-6E8A-4147-A177-3AD203B41FA5}">
                      <a16:colId xmlns:a16="http://schemas.microsoft.com/office/drawing/2014/main" val="3038254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32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Produce basic client-side script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6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ICTWEB452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Create a markup language document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588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4857374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3157-7D4C-4413-9455-A6DCBBD2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FA502-DEA4-4E56-A1A3-DFE5B334A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/>
              <a:t>A session is a component of study</a:t>
            </a:r>
          </a:p>
          <a:p>
            <a:r>
              <a:rPr lang="en-AU"/>
              <a:t>Sessions may include:</a:t>
            </a:r>
            <a:endParaRPr lang="en-AU">
              <a:cs typeface="Calibri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/>
              <a:t> Notes</a:t>
            </a:r>
            <a:endParaRPr lang="en-AU">
              <a:cs typeface="Calibri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/>
              <a:t> Demonstrations</a:t>
            </a:r>
            <a:endParaRPr lang="en-AU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/>
              <a:t> Challenges</a:t>
            </a:r>
            <a:endParaRPr lang="en-AU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/>
              <a:t> Out of class activities</a:t>
            </a:r>
            <a:endParaRPr lang="en-AU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20252422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BE0C3-EF1C-88CA-09CD-09EA3C43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25572-D81F-566D-32B2-72C62C0A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FC02EC7-9DB6-3EDD-CF62-51E6A1A78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7450" y="428965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16375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9D6F-663D-69D7-1B79-C81D8358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Loop-de-loop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49755-F6D6-BE86-3A6D-2376E6B66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AU" dirty="0"/>
              <a:t>Repeating something requires the use of a loop</a:t>
            </a:r>
          </a:p>
          <a:p>
            <a:r>
              <a:rPr lang="en-AU" dirty="0"/>
              <a:t>These are some of the main loop types:</a:t>
            </a:r>
            <a:br>
              <a:rPr lang="en-AU" dirty="0"/>
            </a:br>
            <a:endParaRPr lang="en-AU" dirty="0"/>
          </a:p>
          <a:p>
            <a:pPr marL="457200" lvl="1" indent="0">
              <a:buNone/>
            </a:pP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for ( </a:t>
            </a:r>
            <a:r>
              <a:rPr lang="en-AU" dirty="0">
                <a:solidFill>
                  <a:schemeClr val="bg1">
                    <a:lumMod val="50000"/>
                    <a:lumOff val="50000"/>
                  </a:schemeClr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…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; </a:t>
            </a:r>
            <a:r>
              <a:rPr lang="en-AU" dirty="0">
                <a:solidFill>
                  <a:schemeClr val="bg1">
                    <a:lumMod val="50000"/>
                    <a:lumOff val="50000"/>
                  </a:schemeClr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…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; </a:t>
            </a:r>
            <a:r>
              <a:rPr lang="en-AU" dirty="0">
                <a:solidFill>
                  <a:schemeClr val="bg1">
                    <a:lumMod val="50000"/>
                    <a:lumOff val="50000"/>
                  </a:schemeClr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… 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) { </a:t>
            </a:r>
            <a:r>
              <a:rPr lang="en-AU" dirty="0">
                <a:solidFill>
                  <a:schemeClr val="bg1">
                    <a:lumMod val="50000"/>
                    <a:lumOff val="50000"/>
                  </a:schemeClr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…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 }</a:t>
            </a:r>
            <a:b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</a:br>
            <a:endParaRPr lang="en-AU" dirty="0">
              <a:solidFill>
                <a:srgbClr val="FFC000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endParaRPr>
          </a:p>
          <a:p>
            <a:pPr marL="457200" lvl="1" indent="0">
              <a:buNone/>
            </a:pP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while ( </a:t>
            </a:r>
            <a:r>
              <a:rPr lang="en-AU" dirty="0">
                <a:solidFill>
                  <a:schemeClr val="bg1">
                    <a:lumMod val="50000"/>
                    <a:lumOff val="50000"/>
                  </a:schemeClr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… 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) { </a:t>
            </a:r>
            <a:r>
              <a:rPr lang="en-AU" dirty="0">
                <a:solidFill>
                  <a:schemeClr val="bg1">
                    <a:lumMod val="50000"/>
                    <a:lumOff val="50000"/>
                  </a:schemeClr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…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 }</a:t>
            </a:r>
            <a:b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</a:br>
            <a:endParaRPr lang="en-AU" dirty="0">
              <a:solidFill>
                <a:srgbClr val="FFC000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endParaRPr>
          </a:p>
          <a:p>
            <a:pPr marL="457200" lvl="1" indent="0">
              <a:buNone/>
            </a:pP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do { </a:t>
            </a:r>
            <a:r>
              <a:rPr lang="en-AU" dirty="0">
                <a:solidFill>
                  <a:schemeClr val="bg1">
                    <a:lumMod val="50000"/>
                    <a:lumOff val="50000"/>
                  </a:schemeClr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…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 } while ( </a:t>
            </a:r>
            <a:r>
              <a:rPr lang="en-AU" dirty="0">
                <a:solidFill>
                  <a:schemeClr val="bg1">
                    <a:lumMod val="50000"/>
                    <a:lumOff val="50000"/>
                  </a:schemeClr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… 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)</a:t>
            </a:r>
            <a:b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</a:br>
            <a:endParaRPr lang="en-AU" dirty="0">
              <a:solidFill>
                <a:srgbClr val="FFC000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endParaRPr>
          </a:p>
          <a:p>
            <a:pPr marL="457200" lvl="1" indent="0">
              <a:buNone/>
            </a:pP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for </a:t>
            </a:r>
            <a:r>
              <a:rPr lang="en-AU" dirty="0">
                <a:solidFill>
                  <a:schemeClr val="bg1">
                    <a:lumMod val="50000"/>
                    <a:lumOff val="50000"/>
                  </a:schemeClr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…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 of </a:t>
            </a:r>
            <a:r>
              <a:rPr lang="en-AU" dirty="0">
                <a:solidFill>
                  <a:schemeClr val="bg1">
                    <a:lumMod val="50000"/>
                    <a:lumOff val="50000"/>
                  </a:schemeClr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…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 { </a:t>
            </a:r>
            <a:r>
              <a:rPr lang="en-AU" dirty="0">
                <a:solidFill>
                  <a:schemeClr val="bg1">
                    <a:lumMod val="50000"/>
                    <a:lumOff val="50000"/>
                  </a:schemeClr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…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 }</a:t>
            </a:r>
            <a:b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</a:br>
            <a:endParaRPr lang="en-AU" dirty="0">
              <a:solidFill>
                <a:srgbClr val="FFC000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231814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9D6F-663D-69D7-1B79-C81D8358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Loops: For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49755-F6D6-BE86-3A6D-2376E6B66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AU" dirty="0"/>
              <a:t>This loop contains four parts:</a:t>
            </a:r>
            <a:endParaRPr lang="en-AU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11" name="Picture 10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4913B271-F04F-0720-BBAE-1EB0B3AD8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813" y="3361876"/>
            <a:ext cx="6864985" cy="27266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5D7491-273A-66F3-4101-21F35219ACF3}"/>
              </a:ext>
            </a:extLst>
          </p:cNvPr>
          <p:cNvSpPr txBox="1"/>
          <p:nvPr/>
        </p:nvSpPr>
        <p:spPr>
          <a:xfrm>
            <a:off x="838197" y="2568099"/>
            <a:ext cx="60943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F0"/>
                </a:solidFill>
              </a:rPr>
              <a:t>Initialisation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0000"/>
                </a:solidFill>
              </a:rPr>
              <a:t>Condition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50"/>
                </a:solidFill>
              </a:rPr>
              <a:t>Increment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chemeClr val="tx1">
                    <a:lumMod val="85000"/>
                  </a:schemeClr>
                </a:solidFill>
              </a:rPr>
              <a:t>Repeated Actions</a:t>
            </a:r>
          </a:p>
        </p:txBody>
      </p:sp>
    </p:spTree>
    <p:extLst>
      <p:ext uri="{BB962C8B-B14F-4D97-AF65-F5344CB8AC3E}">
        <p14:creationId xmlns:p14="http://schemas.microsoft.com/office/powerpoint/2010/main" val="2258647655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9D6F-663D-69D7-1B79-C81D8358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Loops: For</a:t>
            </a:r>
          </a:p>
        </p:txBody>
      </p:sp>
      <p:pic>
        <p:nvPicPr>
          <p:cNvPr id="7" name="Content Placeholder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AA864F37-4034-9516-813C-F66F4A43B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00" y="2413794"/>
            <a:ext cx="6223000" cy="3175000"/>
          </a:xfrm>
        </p:spPr>
      </p:pic>
    </p:spTree>
    <p:extLst>
      <p:ext uri="{BB962C8B-B14F-4D97-AF65-F5344CB8AC3E}">
        <p14:creationId xmlns:p14="http://schemas.microsoft.com/office/powerpoint/2010/main" val="515928348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9D6F-663D-69D7-1B79-C81D8358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Loops: Do … While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A4BAD-1251-D096-3181-7A97E4068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The Do … While loop:</a:t>
            </a:r>
          </a:p>
          <a:p>
            <a:pPr lvl="1"/>
            <a:r>
              <a:rPr lang="en-AU" dirty="0"/>
              <a:t>Contains the same four parts</a:t>
            </a:r>
          </a:p>
          <a:p>
            <a:pPr lvl="1"/>
            <a:r>
              <a:rPr lang="en-AU" dirty="0"/>
              <a:t>These are in slightly different order:</a:t>
            </a:r>
          </a:p>
          <a:p>
            <a:pPr lvl="2"/>
            <a:r>
              <a:rPr lang="en-AU" dirty="0"/>
              <a:t>Initialisation</a:t>
            </a:r>
          </a:p>
          <a:p>
            <a:pPr lvl="2"/>
            <a:r>
              <a:rPr lang="en-AU" dirty="0"/>
              <a:t>Repeated operations</a:t>
            </a:r>
          </a:p>
          <a:p>
            <a:pPr lvl="2"/>
            <a:r>
              <a:rPr lang="en-AU" dirty="0"/>
              <a:t>Increment / update</a:t>
            </a:r>
          </a:p>
          <a:p>
            <a:pPr lvl="2"/>
            <a:r>
              <a:rPr lang="en-AU" dirty="0"/>
              <a:t>Condition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6203510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9D6F-663D-69D7-1B79-C81D8358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Loops: do … while</a:t>
            </a:r>
          </a:p>
        </p:txBody>
      </p:sp>
      <p:pic>
        <p:nvPicPr>
          <p:cNvPr id="11" name="Picture 10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C85E5A00-D905-6213-0CA6-479175119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700" y="1808666"/>
            <a:ext cx="4958080" cy="4279900"/>
          </a:xfrm>
          <a:prstGeom prst="rect">
            <a:avLst/>
          </a:prstGeom>
        </p:spPr>
      </p:pic>
      <p:pic>
        <p:nvPicPr>
          <p:cNvPr id="6" name="Content Placeholder 5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4394004C-95D1-52C2-5F1C-94483F621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08666"/>
            <a:ext cx="5397500" cy="42799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4173295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A4F60-CC66-BF11-2E35-11CBFACFC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Loops: Do … While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212B797-183A-E0B2-AB89-638DA9180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Exit early out of a loop</a:t>
            </a:r>
          </a:p>
          <a:p>
            <a:pPr lvl="1"/>
            <a:r>
              <a:rPr lang="en-AU" dirty="0"/>
              <a:t>Use 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break</a:t>
            </a:r>
          </a:p>
        </p:txBody>
      </p:sp>
      <p:pic>
        <p:nvPicPr>
          <p:cNvPr id="10" name="Content Placeholder 4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51F9B43A-22F3-B618-1BB4-60071A0555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0" y="3358066"/>
            <a:ext cx="44323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851184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18735-2019-76E4-EB32-65D65F569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Jump to next iteration:</a:t>
            </a:r>
          </a:p>
          <a:p>
            <a:pPr lvl="1"/>
            <a:r>
              <a:rPr lang="en-AU" dirty="0"/>
              <a:t>Use 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continue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6A4F60-CC66-BF11-2E35-11CBFACFC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Loops: Do … While</a:t>
            </a:r>
          </a:p>
        </p:txBody>
      </p:sp>
      <p:pic>
        <p:nvPicPr>
          <p:cNvPr id="7" name="Picture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FE8F7E8A-D78D-81AC-FA65-AE29C4245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2849563"/>
            <a:ext cx="5156200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250471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BE0C3-EF1C-88CA-09CD-09EA3C43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Calibri(Headings)"/>
              </a:rPr>
              <a:t>Challenge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25572-D81F-566D-32B2-72C62C0A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B474AA-3961-E766-97DC-7EEBFC35A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7450" y="428965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68079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DE5DE-913A-2A66-C1D4-C89F5345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Challenge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E4EE9-7D89-C753-D5DD-3020AA1F5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99579" cy="34175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Create a simple 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do-while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loop that counts down from 10</a:t>
            </a:r>
          </a:p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At each increment 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console.log()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the count-down number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692847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9D6F-663D-69D7-1B79-C81D8358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Loops: While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A4BAD-1251-D096-3181-7A97E4068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The While … loop:</a:t>
            </a:r>
          </a:p>
          <a:p>
            <a:pPr lvl="1"/>
            <a:r>
              <a:rPr lang="en-AU" dirty="0"/>
              <a:t>Contains the same four parts</a:t>
            </a:r>
          </a:p>
          <a:p>
            <a:pPr lvl="1"/>
            <a:r>
              <a:rPr lang="en-AU" dirty="0"/>
              <a:t>These are in slightly different order:</a:t>
            </a:r>
          </a:p>
          <a:p>
            <a:pPr lvl="2"/>
            <a:r>
              <a:rPr lang="en-AU" dirty="0"/>
              <a:t>Initialisation</a:t>
            </a:r>
          </a:p>
          <a:p>
            <a:pPr lvl="2"/>
            <a:r>
              <a:rPr lang="en-AU" dirty="0"/>
              <a:t>Condition</a:t>
            </a:r>
          </a:p>
          <a:p>
            <a:pPr lvl="2"/>
            <a:r>
              <a:rPr lang="en-AU" dirty="0"/>
              <a:t>Repeated operations</a:t>
            </a:r>
          </a:p>
          <a:p>
            <a:pPr lvl="2"/>
            <a:r>
              <a:rPr lang="en-AU" dirty="0"/>
              <a:t>Increment / update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99685834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9D6F-663D-69D7-1B79-C81D8358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Loops: While …</a:t>
            </a:r>
          </a:p>
        </p:txBody>
      </p:sp>
      <p:pic>
        <p:nvPicPr>
          <p:cNvPr id="5" name="Content Placeholder 4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48439548-BC17-CE11-ACC5-1765D1A08D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350" y="1994694"/>
            <a:ext cx="5067300" cy="4013200"/>
          </a:xfrm>
        </p:spPr>
      </p:pic>
    </p:spTree>
    <p:extLst>
      <p:ext uri="{BB962C8B-B14F-4D97-AF65-F5344CB8AC3E}">
        <p14:creationId xmlns:p14="http://schemas.microsoft.com/office/powerpoint/2010/main" val="1501850290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9D6F-663D-69D7-1B79-C81D8358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Loops: While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8CD79-50AB-4695-2162-91C249126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As with the do … while</a:t>
            </a:r>
          </a:p>
          <a:p>
            <a:endParaRPr lang="en-AU" dirty="0"/>
          </a:p>
          <a:p>
            <a:r>
              <a:rPr lang="en-AU" dirty="0"/>
              <a:t>While … loops may:</a:t>
            </a:r>
          </a:p>
          <a:p>
            <a:pPr lvl="1"/>
            <a:r>
              <a:rPr lang="en-AU" dirty="0"/>
              <a:t>Be exited early</a:t>
            </a:r>
          </a:p>
          <a:p>
            <a:pPr lvl="2"/>
            <a:r>
              <a:rPr lang="en-AU" dirty="0"/>
              <a:t>Using 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break</a:t>
            </a:r>
          </a:p>
          <a:p>
            <a:pPr lvl="1"/>
            <a:r>
              <a:rPr lang="en-AU" dirty="0"/>
              <a:t>Or jump to next iteration</a:t>
            </a:r>
          </a:p>
          <a:p>
            <a:pPr lvl="2"/>
            <a:r>
              <a:rPr lang="en-AU" dirty="0"/>
              <a:t>Using 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continue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02037988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9D6F-663D-69D7-1B79-C81D8358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Loops: For … of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49755-F6D6-BE86-3A6D-2376E6B66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Simpler loop</a:t>
            </a:r>
          </a:p>
          <a:p>
            <a:r>
              <a:rPr lang="en-AU" dirty="0"/>
              <a:t>Does not have index value</a:t>
            </a:r>
          </a:p>
          <a:p>
            <a:r>
              <a:rPr lang="en-AU" dirty="0"/>
              <a:t>Extracts values from array automatically</a:t>
            </a:r>
          </a:p>
          <a:p>
            <a:r>
              <a:rPr lang="en-AU" dirty="0"/>
              <a:t>Has the form: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for ( </a:t>
            </a:r>
            <a:r>
              <a:rPr lang="en-AU" dirty="0">
                <a:solidFill>
                  <a:srgbClr val="00B0F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element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 of </a:t>
            </a:r>
            <a:r>
              <a:rPr lang="en-AU" dirty="0">
                <a:solidFill>
                  <a:srgbClr val="00B0F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array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 ) { </a:t>
            </a:r>
            <a:r>
              <a:rPr lang="en-AU" dirty="0">
                <a:solidFill>
                  <a:schemeClr val="bg1">
                    <a:lumMod val="50000"/>
                    <a:lumOff val="50000"/>
                  </a:schemeClr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…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5127458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9D6F-663D-69D7-1B79-C81D8358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Loops: For … of</a:t>
            </a:r>
          </a:p>
        </p:txBody>
      </p:sp>
      <p:pic>
        <p:nvPicPr>
          <p:cNvPr id="7" name="Content Placeholder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5AA64848-24D1-A380-DD76-46FC78013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650" y="2324894"/>
            <a:ext cx="5346700" cy="3352800"/>
          </a:xfrm>
        </p:spPr>
      </p:pic>
    </p:spTree>
    <p:extLst>
      <p:ext uri="{BB962C8B-B14F-4D97-AF65-F5344CB8AC3E}">
        <p14:creationId xmlns:p14="http://schemas.microsoft.com/office/powerpoint/2010/main" val="3306432502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9D6F-663D-69D7-1B79-C81D8358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Loops: For … of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CE3E1-ED38-A782-9ECC-7294C8E7D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If you need an index, then:</a:t>
            </a:r>
          </a:p>
          <a:p>
            <a:pPr lvl="1"/>
            <a:r>
              <a:rPr lang="en-AU" sz="2800" dirty="0" err="1"/>
              <a:t>Destructure</a:t>
            </a:r>
            <a:r>
              <a:rPr lang="en-AU" sz="2800" dirty="0"/>
              <a:t> the array</a:t>
            </a:r>
          </a:p>
          <a:p>
            <a:pPr lvl="1"/>
            <a:r>
              <a:rPr lang="en-AU" sz="2800" dirty="0"/>
              <a:t>Use </a:t>
            </a:r>
            <a:r>
              <a:rPr lang="en-AU" sz="2800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.entries()</a:t>
            </a:r>
            <a:r>
              <a:rPr lang="en-AU" sz="2800" dirty="0"/>
              <a:t> to get the elements</a:t>
            </a:r>
          </a:p>
        </p:txBody>
      </p:sp>
      <p:pic>
        <p:nvPicPr>
          <p:cNvPr id="6" name="Picture 5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1550B383-0497-B842-AB29-9A39B4284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3707316"/>
            <a:ext cx="6248400" cy="2381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544A62-DC92-6A84-B21C-1D142343E1AC}"/>
              </a:ext>
            </a:extLst>
          </p:cNvPr>
          <p:cNvSpPr txBox="1"/>
          <p:nvPr/>
        </p:nvSpPr>
        <p:spPr>
          <a:xfrm>
            <a:off x="838199" y="4518906"/>
            <a:ext cx="4175927" cy="1569660"/>
          </a:xfrm>
          <a:prstGeom prst="rect">
            <a:avLst/>
          </a:prstGeom>
          <a:solidFill>
            <a:srgbClr val="800001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2400" dirty="0"/>
              <a:t>This loop creates a new “scope” for each iteration.</a:t>
            </a:r>
          </a:p>
          <a:p>
            <a:r>
              <a:rPr lang="en-AU" sz="2400" dirty="0"/>
              <a:t>Thus the use of </a:t>
            </a:r>
            <a:r>
              <a:rPr lang="en-AU" sz="2400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const</a:t>
            </a:r>
            <a:r>
              <a:rPr lang="en-AU" sz="2400" dirty="0"/>
              <a:t> is allowed.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F882039-85AC-2B76-67EC-57B57AD5CD05}"/>
              </a:ext>
            </a:extLst>
          </p:cNvPr>
          <p:cNvSpPr/>
          <p:nvPr/>
        </p:nvSpPr>
        <p:spPr>
          <a:xfrm>
            <a:off x="4712676" y="3918856"/>
            <a:ext cx="1850686" cy="906467"/>
          </a:xfrm>
          <a:custGeom>
            <a:avLst/>
            <a:gdLst>
              <a:gd name="connsiteX0" fmla="*/ 0 w 2080009"/>
              <a:gd name="connsiteY0" fmla="*/ 994787 h 994787"/>
              <a:gd name="connsiteX1" fmla="*/ 120580 w 2080009"/>
              <a:gd name="connsiteY1" fmla="*/ 0 h 994787"/>
              <a:gd name="connsiteX2" fmla="*/ 2080009 w 2080009"/>
              <a:gd name="connsiteY2" fmla="*/ 10048 h 994787"/>
              <a:gd name="connsiteX3" fmla="*/ 2049864 w 2080009"/>
              <a:gd name="connsiteY3" fmla="*/ 512466 h 994787"/>
              <a:gd name="connsiteX0" fmla="*/ 20097 w 2100106"/>
              <a:gd name="connsiteY0" fmla="*/ 984739 h 984739"/>
              <a:gd name="connsiteX1" fmla="*/ 0 w 2100106"/>
              <a:gd name="connsiteY1" fmla="*/ 321547 h 984739"/>
              <a:gd name="connsiteX2" fmla="*/ 2100106 w 2100106"/>
              <a:gd name="connsiteY2" fmla="*/ 0 h 984739"/>
              <a:gd name="connsiteX3" fmla="*/ 2069961 w 2100106"/>
              <a:gd name="connsiteY3" fmla="*/ 502418 h 984739"/>
              <a:gd name="connsiteX0" fmla="*/ 0 w 2080009"/>
              <a:gd name="connsiteY0" fmla="*/ 984739 h 984739"/>
              <a:gd name="connsiteX1" fmla="*/ 50241 w 2080009"/>
              <a:gd name="connsiteY1" fmla="*/ 80386 h 984739"/>
              <a:gd name="connsiteX2" fmla="*/ 2080009 w 2080009"/>
              <a:gd name="connsiteY2" fmla="*/ 0 h 984739"/>
              <a:gd name="connsiteX3" fmla="*/ 2049864 w 2080009"/>
              <a:gd name="connsiteY3" fmla="*/ 502418 h 984739"/>
              <a:gd name="connsiteX0" fmla="*/ 10049 w 2029768"/>
              <a:gd name="connsiteY0" fmla="*/ 1457012 h 1457012"/>
              <a:gd name="connsiteX1" fmla="*/ 0 w 2029768"/>
              <a:gd name="connsiteY1" fmla="*/ 80386 h 1457012"/>
              <a:gd name="connsiteX2" fmla="*/ 2029768 w 2029768"/>
              <a:gd name="connsiteY2" fmla="*/ 0 h 1457012"/>
              <a:gd name="connsiteX3" fmla="*/ 1999623 w 2029768"/>
              <a:gd name="connsiteY3" fmla="*/ 502418 h 1457012"/>
              <a:gd name="connsiteX0" fmla="*/ 10049 w 2059913"/>
              <a:gd name="connsiteY0" fmla="*/ 1376626 h 1376626"/>
              <a:gd name="connsiteX1" fmla="*/ 0 w 2059913"/>
              <a:gd name="connsiteY1" fmla="*/ 0 h 1376626"/>
              <a:gd name="connsiteX2" fmla="*/ 2059913 w 2059913"/>
              <a:gd name="connsiteY2" fmla="*/ 1 h 1376626"/>
              <a:gd name="connsiteX3" fmla="*/ 1999623 w 2059913"/>
              <a:gd name="connsiteY3" fmla="*/ 422032 h 1376626"/>
              <a:gd name="connsiteX0" fmla="*/ 10049 w 2059913"/>
              <a:gd name="connsiteY0" fmla="*/ 1376626 h 1376626"/>
              <a:gd name="connsiteX1" fmla="*/ 0 w 2059913"/>
              <a:gd name="connsiteY1" fmla="*/ 0 h 1376626"/>
              <a:gd name="connsiteX2" fmla="*/ 2059913 w 2059913"/>
              <a:gd name="connsiteY2" fmla="*/ 1 h 1376626"/>
              <a:gd name="connsiteX3" fmla="*/ 2039817 w 2059913"/>
              <a:gd name="connsiteY3" fmla="*/ 432081 h 1376626"/>
              <a:gd name="connsiteX0" fmla="*/ 10049 w 2069962"/>
              <a:gd name="connsiteY0" fmla="*/ 1376626 h 1376626"/>
              <a:gd name="connsiteX1" fmla="*/ 0 w 2069962"/>
              <a:gd name="connsiteY1" fmla="*/ 0 h 1376626"/>
              <a:gd name="connsiteX2" fmla="*/ 2059913 w 2069962"/>
              <a:gd name="connsiteY2" fmla="*/ 1 h 1376626"/>
              <a:gd name="connsiteX3" fmla="*/ 2069962 w 2069962"/>
              <a:gd name="connsiteY3" fmla="*/ 442130 h 1376626"/>
              <a:gd name="connsiteX0" fmla="*/ 10049 w 2069962"/>
              <a:gd name="connsiteY0" fmla="*/ 794992 h 794992"/>
              <a:gd name="connsiteX1" fmla="*/ 0 w 2069962"/>
              <a:gd name="connsiteY1" fmla="*/ 0 h 794992"/>
              <a:gd name="connsiteX2" fmla="*/ 2059913 w 2069962"/>
              <a:gd name="connsiteY2" fmla="*/ 1 h 794992"/>
              <a:gd name="connsiteX3" fmla="*/ 2069962 w 2069962"/>
              <a:gd name="connsiteY3" fmla="*/ 442130 h 794992"/>
              <a:gd name="connsiteX0" fmla="*/ 10049 w 2060765"/>
              <a:gd name="connsiteY0" fmla="*/ 794992 h 794992"/>
              <a:gd name="connsiteX1" fmla="*/ 0 w 2060765"/>
              <a:gd name="connsiteY1" fmla="*/ 0 h 794992"/>
              <a:gd name="connsiteX2" fmla="*/ 2059913 w 2060765"/>
              <a:gd name="connsiteY2" fmla="*/ 1 h 794992"/>
              <a:gd name="connsiteX3" fmla="*/ 2058773 w 2060765"/>
              <a:gd name="connsiteY3" fmla="*/ 530257 h 79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765" h="794992">
                <a:moveTo>
                  <a:pt x="10049" y="794992"/>
                </a:moveTo>
                <a:cubicBezTo>
                  <a:pt x="6699" y="336117"/>
                  <a:pt x="3350" y="458875"/>
                  <a:pt x="0" y="0"/>
                </a:cubicBezTo>
                <a:lnTo>
                  <a:pt x="2059913" y="1"/>
                </a:lnTo>
                <a:cubicBezTo>
                  <a:pt x="2063263" y="147377"/>
                  <a:pt x="2055423" y="382881"/>
                  <a:pt x="2058773" y="530257"/>
                </a:cubicBezTo>
              </a:path>
            </a:pathLst>
          </a:custGeom>
          <a:noFill/>
          <a:ln w="101600" cap="rnd">
            <a:solidFill>
              <a:schemeClr val="accent1"/>
            </a:solidFill>
            <a:round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8408280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BE0C3-EF1C-88CA-09CD-09EA3C43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Calibri(Headings)"/>
              </a:rPr>
              <a:t>Challenge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25572-D81F-566D-32B2-72C62C0A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B474AA-3961-E766-97DC-7EEBFC35A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7450" y="428965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22571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DE5DE-913A-2A66-C1D4-C89F5345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Challenge 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E4EE9-7D89-C753-D5DD-3020AA1F5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99579" cy="3417584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Using the array in the </a:t>
            </a:r>
            <a:r>
              <a:rPr lang="en-AU" sz="3200" i="1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challenge 2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starter code</a:t>
            </a:r>
          </a:p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Create a 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for … of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loop which</a:t>
            </a:r>
          </a:p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De-structures the array using the 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entries()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method to create 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index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&amp; 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number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constants</a:t>
            </a:r>
          </a:p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Inside the loop uses 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modulo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to check 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if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the number has a remainder of 0 or 1</a:t>
            </a:r>
          </a:p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Checks 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else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the remainder is 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0, console.log()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a message saying the number is even</a:t>
            </a:r>
          </a:p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If the remainder is 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1, console.log()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a message saying the number is odd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5961567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ED57-C2A9-3C49-034A-CB7A22890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Video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ED46-7272-9488-BD53-105D8B477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For of… For in…</a:t>
            </a:r>
          </a:p>
          <a:p>
            <a:pPr lvl="1"/>
            <a:r>
              <a:rPr lang="en-AU" dirty="0">
                <a:hlinkClick r:id="rId2"/>
              </a:rPr>
              <a:t>https://youtu.be/ezPEbn2e2CE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1632093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09CF-98F7-5F67-CA39-0803B37D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Loops: For …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48644-F6BA-3931-5926-6E0FBDFAD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The </a:t>
            </a:r>
            <a:r>
              <a:rPr lang="en-AU" sz="3600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for … in </a:t>
            </a:r>
            <a:r>
              <a:rPr lang="en-AU" dirty="0"/>
              <a:t>loop:</a:t>
            </a:r>
          </a:p>
          <a:p>
            <a:pPr lvl="1"/>
            <a:r>
              <a:rPr lang="en-AU" dirty="0"/>
              <a:t>Loop over enumerable properties of an object</a:t>
            </a:r>
          </a:p>
          <a:p>
            <a:pPr lvl="1"/>
            <a:r>
              <a:rPr lang="en-AU" dirty="0"/>
              <a:t>Very different from 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for … of</a:t>
            </a:r>
          </a:p>
          <a:p>
            <a:pPr lvl="1"/>
            <a:endParaRPr lang="en-AU" dirty="0">
              <a:solidFill>
                <a:srgbClr val="FFC000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endParaRPr>
          </a:p>
          <a:p>
            <a:r>
              <a:rPr lang="en-AU" dirty="0"/>
              <a:t>This loop requires us to use a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let</a:t>
            </a:r>
          </a:p>
          <a:p>
            <a:pPr marL="457200" lvl="1" indent="0">
              <a:buNone/>
            </a:pPr>
            <a:endParaRPr lang="en-AU" dirty="0">
              <a:solidFill>
                <a:srgbClr val="FFC000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6115483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09CF-98F7-5F67-CA39-0803B37D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Loops: For … in</a:t>
            </a:r>
          </a:p>
        </p:txBody>
      </p:sp>
      <p:pic>
        <p:nvPicPr>
          <p:cNvPr id="5" name="Content Placeholder 4" descr="Text, letter&#10;&#10;Description automatically generated">
            <a:extLst>
              <a:ext uri="{FF2B5EF4-FFF2-40B4-BE49-F238E27FC236}">
                <a16:creationId xmlns:a16="http://schemas.microsoft.com/office/drawing/2014/main" id="{1290D902-3689-BA91-CCE1-465947AB7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527" y="1825625"/>
            <a:ext cx="8450945" cy="4351338"/>
          </a:xfrm>
        </p:spPr>
      </p:pic>
    </p:spTree>
    <p:extLst>
      <p:ext uri="{BB962C8B-B14F-4D97-AF65-F5344CB8AC3E}">
        <p14:creationId xmlns:p14="http://schemas.microsoft.com/office/powerpoint/2010/main" val="1218833016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09CF-98F7-5F67-CA39-0803B37D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Loops: For … 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29C6E-B0D7-688D-C157-AFC9FDE04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When used with an array</a:t>
            </a:r>
          </a:p>
          <a:p>
            <a:pPr lvl="1"/>
            <a:r>
              <a:rPr lang="en-AU" dirty="0"/>
              <a:t>We get the index</a:t>
            </a:r>
          </a:p>
          <a:p>
            <a:pPr lvl="1"/>
            <a:r>
              <a:rPr lang="en-AU" dirty="0"/>
              <a:t>Use the index to retrieve the value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5031507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09CF-98F7-5F67-CA39-0803B37D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Loops: For … in</a:t>
            </a:r>
          </a:p>
        </p:txBody>
      </p:sp>
      <p:pic>
        <p:nvPicPr>
          <p:cNvPr id="5" name="Content Placeholder 4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EEC75049-AD0D-A179-7FF8-B8CF00D8E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900" y="2255044"/>
            <a:ext cx="5664200" cy="3492500"/>
          </a:xfrm>
        </p:spPr>
      </p:pic>
    </p:spTree>
    <p:extLst>
      <p:ext uri="{BB962C8B-B14F-4D97-AF65-F5344CB8AC3E}">
        <p14:creationId xmlns:p14="http://schemas.microsoft.com/office/powerpoint/2010/main" val="1572596198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BE0C3-EF1C-88CA-09CD-09EA3C43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Calibri(Headings)"/>
              </a:rPr>
              <a:t>Challenge 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25572-D81F-566D-32B2-72C62C0A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B474AA-3961-E766-97DC-7EEBFC35A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7450" y="428965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17657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DE5DE-913A-2A66-C1D4-C89F5345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Challenge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E4EE9-7D89-C753-D5DD-3020AA1F5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99579" cy="34175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Using the array in the </a:t>
            </a:r>
            <a:r>
              <a:rPr lang="en-AU" sz="3200" i="1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challenge 3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starter code</a:t>
            </a:r>
          </a:p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Create a 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for … in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loop which</a:t>
            </a:r>
          </a:p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Loops through the product constant using 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let</a:t>
            </a:r>
          </a:p>
          <a:p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console.log()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a message with index &amp; the value of the index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9026293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ED57-C2A9-3C49-034A-CB7A22890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Video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ED46-7272-9488-BD53-105D8B477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For of… For in…</a:t>
            </a:r>
          </a:p>
          <a:p>
            <a:pPr lvl="1"/>
            <a:r>
              <a:rPr lang="en-AU" dirty="0">
                <a:hlinkClick r:id="rId2"/>
              </a:rPr>
              <a:t>https://youtu.be/ezPEbn2e2CE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2820833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4D59-946D-2E74-234E-70F29508B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Other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617F8-9E3F-0C7E-B8F1-BEE93904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Two special loops</a:t>
            </a:r>
          </a:p>
          <a:p>
            <a:r>
              <a:rPr lang="en-AU" dirty="0"/>
              <a:t>Part of the Array object methods</a:t>
            </a:r>
          </a:p>
          <a:p>
            <a:pPr marL="457200" lvl="1" indent="0">
              <a:buNone/>
            </a:pPr>
            <a:r>
              <a:rPr lang="en-AU" dirty="0" err="1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Array.forEach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AU" dirty="0" err="1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Array.map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()</a:t>
            </a:r>
          </a:p>
          <a:p>
            <a:pPr lvl="1"/>
            <a:endParaRPr lang="en-AU" dirty="0">
              <a:solidFill>
                <a:srgbClr val="FFC000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endParaRPr>
          </a:p>
          <a:p>
            <a:r>
              <a:rPr lang="en-AU" dirty="0"/>
              <a:t>More on these later</a:t>
            </a:r>
          </a:p>
        </p:txBody>
      </p:sp>
    </p:spTree>
    <p:extLst>
      <p:ext uri="{BB962C8B-B14F-4D97-AF65-F5344CB8AC3E}">
        <p14:creationId xmlns:p14="http://schemas.microsoft.com/office/powerpoint/2010/main" val="566993521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0EA4D14-0741-44D5-3281-AC2C1B419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850" y="1336106"/>
            <a:ext cx="1800000" cy="1800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E5BE0C3-EF1C-88CA-09CD-09EA3C43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Interacting with the Browser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25572-D81F-566D-32B2-72C62C0A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9724579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B6CC-75CC-ED6F-ED04-15F6C0F9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DOM Manipulation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C83F4-DE2C-0ADC-A0D0-B3CFE2A3D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DOM</a:t>
            </a:r>
          </a:p>
          <a:p>
            <a:pPr lvl="1"/>
            <a:r>
              <a:rPr lang="en-AU" dirty="0"/>
              <a:t>Document</a:t>
            </a:r>
          </a:p>
          <a:p>
            <a:pPr lvl="1"/>
            <a:r>
              <a:rPr lang="en-AU" dirty="0"/>
              <a:t>Object</a:t>
            </a:r>
          </a:p>
          <a:p>
            <a:pPr lvl="1"/>
            <a:r>
              <a:rPr lang="en-AU" dirty="0"/>
              <a:t>Model</a:t>
            </a:r>
          </a:p>
          <a:p>
            <a:r>
              <a:rPr lang="en-AU" dirty="0"/>
              <a:t>It “models” the HTML page</a:t>
            </a:r>
          </a:p>
        </p:txBody>
      </p:sp>
    </p:spTree>
    <p:extLst>
      <p:ext uri="{BB962C8B-B14F-4D97-AF65-F5344CB8AC3E}">
        <p14:creationId xmlns:p14="http://schemas.microsoft.com/office/powerpoint/2010/main" val="3418518199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B6CC-75CC-ED6F-ED04-15F6C0F9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DOM “Hierarchy”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C83F4-DE2C-0ADC-A0D0-B3CFE2A3D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85000" lnSpcReduction="20000"/>
          </a:bodyPr>
          <a:lstStyle/>
          <a:p>
            <a:r>
              <a:rPr lang="en-AU" dirty="0"/>
              <a:t>This is the code for a VERY simple HTML page.</a:t>
            </a:r>
          </a:p>
          <a:p>
            <a:endParaRPr lang="en-AU" dirty="0"/>
          </a:p>
          <a:p>
            <a:r>
              <a:rPr lang="en-AU" dirty="0"/>
              <a:t>We have purposely put the HTML elements in capital letters.</a:t>
            </a:r>
          </a:p>
          <a:p>
            <a:endParaRPr lang="en-AU" dirty="0"/>
          </a:p>
          <a:p>
            <a:r>
              <a:rPr lang="en-AU" dirty="0"/>
              <a:t>The indenting assists us to see the hierarchy.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EA6515-BD04-4851-172F-BB203D059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1862643"/>
            <a:ext cx="5257799" cy="4351338"/>
          </a:xfrm>
          <a:solidFill>
            <a:schemeClr val="bg1">
              <a:lumMod val="85000"/>
              <a:lumOff val="15000"/>
            </a:schemeClr>
          </a:solidFill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AU" sz="1800" dirty="0"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&lt;HTML&gt;</a:t>
            </a:r>
          </a:p>
          <a:p>
            <a:pPr marL="0" indent="0">
              <a:buNone/>
            </a:pPr>
            <a:r>
              <a:rPr lang="en-AU" sz="1800" dirty="0"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    &lt;HEAD&gt;</a:t>
            </a:r>
          </a:p>
          <a:p>
            <a:pPr marL="0" indent="0">
              <a:buNone/>
            </a:pPr>
            <a:r>
              <a:rPr lang="en-AU" sz="1800" dirty="0"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        &lt;TITLE&gt; Page Title &lt;/TITLE&gt;</a:t>
            </a:r>
          </a:p>
          <a:p>
            <a:pPr marL="0" indent="0">
              <a:buNone/>
            </a:pPr>
            <a:r>
              <a:rPr lang="en-AU" sz="1800" dirty="0"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    &lt;/HEAD&gt;</a:t>
            </a:r>
          </a:p>
          <a:p>
            <a:pPr marL="0" indent="0">
              <a:buNone/>
            </a:pPr>
            <a:r>
              <a:rPr lang="en-AU" sz="1800" dirty="0"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    &lt;BODY&gt;</a:t>
            </a:r>
          </a:p>
          <a:p>
            <a:pPr marL="0" indent="0">
              <a:buNone/>
            </a:pPr>
            <a:r>
              <a:rPr lang="en-AU" sz="1800" dirty="0"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        &lt;H1&gt; Header 1 Text &lt;/H1&gt;</a:t>
            </a:r>
          </a:p>
          <a:p>
            <a:pPr marL="0" indent="0">
              <a:buNone/>
            </a:pPr>
            <a:r>
              <a:rPr lang="en-AU" sz="1800" dirty="0"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    &lt;/BODY&gt;</a:t>
            </a:r>
          </a:p>
          <a:p>
            <a:pPr marL="0" indent="0">
              <a:buNone/>
            </a:pPr>
            <a:r>
              <a:rPr lang="en-AU" sz="1800" dirty="0"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090900342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B6CC-75CC-ED6F-ED04-15F6C0F9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DOM “Hierarchy”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C83F4-DE2C-0ADC-A0D0-B3CFE2A3D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The DOM sees the page as a tree</a:t>
            </a:r>
          </a:p>
          <a:p>
            <a:pPr lvl="1"/>
            <a:r>
              <a:rPr lang="en-AU" dirty="0"/>
              <a:t>Each element is an “element node” </a:t>
            </a:r>
          </a:p>
          <a:p>
            <a:pPr lvl="1"/>
            <a:r>
              <a:rPr lang="en-AU" dirty="0"/>
              <a:t>Each piece of text is a “text node”</a:t>
            </a:r>
          </a:p>
          <a:p>
            <a:endParaRPr lang="en-AU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0093BFD-4525-94B9-FD61-A1975701A254}"/>
              </a:ext>
            </a:extLst>
          </p:cNvPr>
          <p:cNvGraphicFramePr/>
          <p:nvPr/>
        </p:nvGraphicFramePr>
        <p:xfrm>
          <a:off x="838199" y="4461468"/>
          <a:ext cx="10515599" cy="1676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3750060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B6CC-75CC-ED6F-ED04-15F6C0F9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DOM “</a:t>
            </a:r>
            <a:r>
              <a:rPr lang="en-AU" dirty="0" err="1"/>
              <a:t>Heirarchy</a:t>
            </a:r>
            <a:r>
              <a:rPr lang="en-AU" dirty="0"/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C83F4-DE2C-0ADC-A0D0-B3CFE2A3D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HTML</a:t>
            </a:r>
            <a:r>
              <a:rPr lang="en-AU" dirty="0"/>
              <a:t> Node</a:t>
            </a:r>
          </a:p>
          <a:p>
            <a:pPr lvl="1"/>
            <a:r>
              <a:rPr lang="en-AU" dirty="0"/>
              <a:t>The “Root” node, or “trunk” of the DOM is the HTML node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62100171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B6CC-75CC-ED6F-ED04-15F6C0F9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DOM “</a:t>
            </a:r>
            <a:r>
              <a:rPr lang="en-AU" dirty="0" err="1"/>
              <a:t>Heirarchy</a:t>
            </a:r>
            <a:r>
              <a:rPr lang="en-AU" dirty="0"/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C83F4-DE2C-0ADC-A0D0-B3CFE2A3D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>
                <a:solidFill>
                  <a:srgbClr val="0070C0"/>
                </a:solidFill>
              </a:rPr>
              <a:t>HTML</a:t>
            </a:r>
            <a:r>
              <a:rPr lang="en-AU" dirty="0"/>
              <a:t> Node</a:t>
            </a:r>
          </a:p>
          <a:p>
            <a:pPr lvl="1"/>
            <a:r>
              <a:rPr lang="en-AU" dirty="0"/>
              <a:t>Has two child nodes</a:t>
            </a:r>
          </a:p>
          <a:p>
            <a:pPr lvl="1"/>
            <a:r>
              <a:rPr lang="en-AU" dirty="0">
                <a:solidFill>
                  <a:srgbClr val="0070C0"/>
                </a:solidFill>
              </a:rPr>
              <a:t>HEAD</a:t>
            </a:r>
          </a:p>
          <a:p>
            <a:pPr lvl="1"/>
            <a:r>
              <a:rPr lang="en-AU" dirty="0">
                <a:solidFill>
                  <a:srgbClr val="0070C0"/>
                </a:solidFill>
              </a:rPr>
              <a:t>BODY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9483318"/>
      </p:ext>
    </p:extLst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B6CC-75CC-ED6F-ED04-15F6C0F9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DOM “</a:t>
            </a:r>
            <a:r>
              <a:rPr lang="en-AU" dirty="0" err="1"/>
              <a:t>Heirarchy</a:t>
            </a:r>
            <a:r>
              <a:rPr lang="en-AU" dirty="0"/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C83F4-DE2C-0ADC-A0D0-B3CFE2A3D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The </a:t>
            </a:r>
            <a:r>
              <a:rPr lang="en-AU" dirty="0">
                <a:solidFill>
                  <a:srgbClr val="0070C0"/>
                </a:solidFill>
              </a:rPr>
              <a:t>HEAD</a:t>
            </a:r>
            <a:r>
              <a:rPr lang="en-AU" dirty="0"/>
              <a:t> node:</a:t>
            </a:r>
          </a:p>
          <a:p>
            <a:pPr lvl="1"/>
            <a:r>
              <a:rPr lang="en-AU" dirty="0"/>
              <a:t>One of the child nodes:</a:t>
            </a:r>
          </a:p>
          <a:p>
            <a:pPr lvl="2"/>
            <a:r>
              <a:rPr lang="en-AU" dirty="0"/>
              <a:t>TITLE</a:t>
            </a:r>
          </a:p>
          <a:p>
            <a:pPr lvl="2"/>
            <a:r>
              <a:rPr lang="en-AU" dirty="0"/>
              <a:t>which has a text node containing </a:t>
            </a:r>
            <a:br>
              <a:rPr lang="en-AU" dirty="0"/>
            </a:br>
            <a:r>
              <a:rPr lang="en-AU" dirty="0"/>
              <a:t>the text for the page title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87776760"/>
      </p:ext>
    </p:extLst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B6CC-75CC-ED6F-ED04-15F6C0F9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DOM “</a:t>
            </a:r>
            <a:r>
              <a:rPr lang="en-AU" dirty="0" err="1"/>
              <a:t>Heirarchy</a:t>
            </a:r>
            <a:r>
              <a:rPr lang="en-AU" dirty="0"/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C83F4-DE2C-0ADC-A0D0-B3CFE2A3D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Also, the HTML node has…</a:t>
            </a:r>
          </a:p>
          <a:p>
            <a:r>
              <a:rPr lang="en-AU" dirty="0"/>
              <a:t>The </a:t>
            </a:r>
            <a:r>
              <a:rPr lang="en-AU" dirty="0">
                <a:solidFill>
                  <a:srgbClr val="0070C0"/>
                </a:solidFill>
              </a:rPr>
              <a:t>BODY</a:t>
            </a:r>
            <a:r>
              <a:rPr lang="en-AU" dirty="0"/>
              <a:t> node:</a:t>
            </a:r>
          </a:p>
          <a:p>
            <a:pPr lvl="1"/>
            <a:r>
              <a:rPr lang="en-AU" dirty="0"/>
              <a:t>which may have none, </a:t>
            </a:r>
            <a:br>
              <a:rPr lang="en-AU" dirty="0"/>
            </a:br>
            <a:r>
              <a:rPr lang="en-AU" dirty="0"/>
              <a:t>one or </a:t>
            </a:r>
            <a:br>
              <a:rPr lang="en-AU" dirty="0"/>
            </a:br>
            <a:r>
              <a:rPr lang="en-AU" dirty="0"/>
              <a:t>many child nodes</a:t>
            </a:r>
          </a:p>
          <a:p>
            <a:r>
              <a:rPr lang="en-AU" dirty="0"/>
              <a:t>Each </a:t>
            </a:r>
            <a:r>
              <a:rPr lang="en-AU" dirty="0">
                <a:solidFill>
                  <a:srgbClr val="0070C0"/>
                </a:solidFill>
              </a:rPr>
              <a:t>element</a:t>
            </a:r>
            <a:r>
              <a:rPr lang="en-AU" dirty="0"/>
              <a:t> becomes a node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38020466"/>
      </p:ext>
    </p:extLst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B6CC-75CC-ED6F-ED04-15F6C0F9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DOM “</a:t>
            </a:r>
            <a:r>
              <a:rPr lang="en-AU" dirty="0" err="1"/>
              <a:t>Heirarchy</a:t>
            </a:r>
            <a:r>
              <a:rPr lang="en-AU" dirty="0"/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C83F4-DE2C-0ADC-A0D0-B3CFE2A3D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This carries on for the whole HTML document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55049393"/>
      </p:ext>
    </p:extLst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B6CC-75CC-ED6F-ED04-15F6C0F9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of a DOM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FF8CD5-9831-ACD3-AB74-B51FF4DCD6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49245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9B0B537-B141-CBD1-85DE-BB56815AC0EA}"/>
              </a:ext>
            </a:extLst>
          </p:cNvPr>
          <p:cNvSpPr/>
          <p:nvPr/>
        </p:nvSpPr>
        <p:spPr>
          <a:xfrm>
            <a:off x="8259746" y="1873407"/>
            <a:ext cx="2160396" cy="351692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95000"/>
                  </a:schemeClr>
                </a:solidFill>
              </a:rPr>
              <a:t>Root Node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5F15E1-730B-6529-73EC-53530B9F49B9}"/>
              </a:ext>
            </a:extLst>
          </p:cNvPr>
          <p:cNvSpPr/>
          <p:nvPr/>
        </p:nvSpPr>
        <p:spPr>
          <a:xfrm>
            <a:off x="838200" y="5445472"/>
            <a:ext cx="2160396" cy="351692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95000"/>
                  </a:schemeClr>
                </a:solidFill>
              </a:rPr>
              <a:t>Text Node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CDC2A444-EB79-2E41-5892-159E4EC6D32A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55766" y="4582840"/>
            <a:ext cx="1183492" cy="541772"/>
          </a:xfrm>
          <a:prstGeom prst="bentConnector3">
            <a:avLst/>
          </a:prstGeom>
          <a:ln w="38100">
            <a:solidFill>
              <a:schemeClr val="tx1">
                <a:lumMod val="5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AEC02E7C-C94A-A963-13B9-44194C511DC7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 flipV="1">
            <a:off x="4813160" y="2049253"/>
            <a:ext cx="3446586" cy="388188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5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3328C688-B153-7904-11EE-36FA16F8BCA7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1773483" y="4847545"/>
            <a:ext cx="742843" cy="453013"/>
          </a:xfrm>
          <a:prstGeom prst="bentConnector3">
            <a:avLst/>
          </a:prstGeom>
          <a:ln w="38100">
            <a:solidFill>
              <a:schemeClr val="tx1">
                <a:lumMod val="5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22A1D55-BB21-D9B8-83E8-805AAC3DC88A}"/>
              </a:ext>
            </a:extLst>
          </p:cNvPr>
          <p:cNvSpPr/>
          <p:nvPr/>
        </p:nvSpPr>
        <p:spPr>
          <a:xfrm>
            <a:off x="8259746" y="2396532"/>
            <a:ext cx="2160396" cy="351692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95000"/>
                  </a:schemeClr>
                </a:solidFill>
              </a:rPr>
              <a:t>Element Node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5D6766AE-4310-8227-C989-243187391151}"/>
              </a:ext>
            </a:extLst>
          </p:cNvPr>
          <p:cNvCxnSpPr>
            <a:cxnSpLocks/>
          </p:cNvCxnSpPr>
          <p:nvPr/>
        </p:nvCxnSpPr>
        <p:spPr>
          <a:xfrm rot="10800000" flipV="1">
            <a:off x="7223927" y="2572378"/>
            <a:ext cx="1035819" cy="466530"/>
          </a:xfrm>
          <a:prstGeom prst="bentConnector3">
            <a:avLst>
              <a:gd name="adj1" fmla="val 67462"/>
            </a:avLst>
          </a:prstGeom>
          <a:ln w="38100">
            <a:solidFill>
              <a:schemeClr val="tx1">
                <a:lumMod val="5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525B4360-C1E3-9AB3-5F72-666468E2F738}"/>
              </a:ext>
            </a:extLst>
          </p:cNvPr>
          <p:cNvCxnSpPr>
            <a:cxnSpLocks/>
            <a:stCxn id="36" idx="1"/>
          </p:cNvCxnSpPr>
          <p:nvPr/>
        </p:nvCxnSpPr>
        <p:spPr>
          <a:xfrm rot="10800000" flipV="1">
            <a:off x="5255290" y="2572378"/>
            <a:ext cx="3004456" cy="856622"/>
          </a:xfrm>
          <a:prstGeom prst="bentConnector3">
            <a:avLst>
              <a:gd name="adj1" fmla="val 22910"/>
            </a:avLst>
          </a:prstGeom>
          <a:ln w="38100">
            <a:solidFill>
              <a:schemeClr val="tx1">
                <a:lumMod val="5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49483358-7354-C95C-C565-2E768C50661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709830" y="3333961"/>
            <a:ext cx="1592665" cy="421193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5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18575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2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3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0EA4D14-0741-44D5-3281-AC2C1B419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850" y="1336106"/>
            <a:ext cx="1800000" cy="1800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E5BE0C3-EF1C-88CA-09CD-09EA3C43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Searching the DOM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25572-D81F-566D-32B2-72C62C0A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7540196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7790-28C0-B483-E3ED-C54591EE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BDAB8-CA2F-F2CB-6068-E8004C61A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The DOM is contained in a JavaScript object: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document</a:t>
            </a:r>
          </a:p>
          <a:p>
            <a:endParaRPr lang="en-AU" dirty="0"/>
          </a:p>
          <a:p>
            <a:r>
              <a:rPr lang="en-AU" dirty="0"/>
              <a:t>You may create an “alias” to this:</a:t>
            </a:r>
          </a:p>
          <a:p>
            <a:pPr lvl="1"/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let </a:t>
            </a:r>
            <a:r>
              <a:rPr lang="en-AU" dirty="0" err="1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dom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 = document</a:t>
            </a:r>
          </a:p>
        </p:txBody>
      </p:sp>
    </p:spTree>
    <p:extLst>
      <p:ext uri="{BB962C8B-B14F-4D97-AF65-F5344CB8AC3E}">
        <p14:creationId xmlns:p14="http://schemas.microsoft.com/office/powerpoint/2010/main" val="1772122129"/>
      </p:ext>
    </p:extLst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7790-28C0-B483-E3ED-C54591EE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Finding the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BDAB8-CA2F-F2CB-6068-E8004C61A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We can search the DOM</a:t>
            </a:r>
          </a:p>
          <a:p>
            <a:r>
              <a:rPr lang="en-AU" dirty="0"/>
              <a:t>This lets us find elements</a:t>
            </a:r>
          </a:p>
          <a:p>
            <a:r>
              <a:rPr lang="en-AU" dirty="0"/>
              <a:t>We can search by:</a:t>
            </a:r>
          </a:p>
          <a:p>
            <a:pPr lvl="1"/>
            <a:r>
              <a:rPr lang="en-AU" dirty="0"/>
              <a:t>id</a:t>
            </a:r>
          </a:p>
          <a:p>
            <a:pPr lvl="1"/>
            <a:r>
              <a:rPr lang="en-AU" dirty="0"/>
              <a:t>class</a:t>
            </a:r>
          </a:p>
          <a:p>
            <a:pPr lvl="1"/>
            <a:r>
              <a:rPr lang="en-AU" dirty="0"/>
              <a:t>tag name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55619338"/>
      </p:ext>
    </p:extLst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7790-28C0-B483-E3ED-C54591EE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Finding the Elements: by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BDAB8-CA2F-F2CB-6068-E8004C61A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 err="1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document.getElementById</a:t>
            </a:r>
            <a:r>
              <a:rPr lang="en-AU" sz="2800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(“id”)</a:t>
            </a:r>
          </a:p>
          <a:p>
            <a:endParaRPr lang="en-AU" sz="2800" dirty="0"/>
          </a:p>
          <a:p>
            <a:r>
              <a:rPr lang="en-AU" sz="2800" dirty="0"/>
              <a:t>An ID appears only ONCE on a page</a:t>
            </a:r>
          </a:p>
          <a:p>
            <a:r>
              <a:rPr lang="en-AU" sz="2800" dirty="0"/>
              <a:t>Thus, </a:t>
            </a:r>
            <a:r>
              <a:rPr lang="en-AU" sz="2800" dirty="0" err="1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getElementById</a:t>
            </a:r>
            <a:r>
              <a:rPr lang="en-AU" sz="2800" dirty="0"/>
              <a:t> retrieves ONE element</a:t>
            </a:r>
          </a:p>
        </p:txBody>
      </p:sp>
    </p:spTree>
    <p:extLst>
      <p:ext uri="{BB962C8B-B14F-4D97-AF65-F5344CB8AC3E}">
        <p14:creationId xmlns:p14="http://schemas.microsoft.com/office/powerpoint/2010/main" val="1964145752"/>
      </p:ext>
    </p:extLst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7790-28C0-B483-E3ED-C54591EE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Finding the Elements: by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BDAB8-CA2F-F2CB-6068-E8004C61A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 err="1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document.getElementsByClassName</a:t>
            </a:r>
            <a:r>
              <a:rPr lang="en-AU" sz="2800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(“</a:t>
            </a:r>
            <a:r>
              <a:rPr lang="en-AU" sz="2800" dirty="0" err="1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class_name</a:t>
            </a:r>
            <a:r>
              <a:rPr lang="en-AU" sz="2800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”)</a:t>
            </a:r>
          </a:p>
          <a:p>
            <a:endParaRPr lang="en-AU" sz="2800" dirty="0"/>
          </a:p>
          <a:p>
            <a:r>
              <a:rPr lang="en-AU" sz="2800" dirty="0"/>
              <a:t>A class may appear zero or more times on a page</a:t>
            </a:r>
          </a:p>
          <a:p>
            <a:r>
              <a:rPr lang="en-AU" sz="2800" dirty="0"/>
              <a:t>Thus, </a:t>
            </a:r>
            <a:r>
              <a:rPr lang="en-AU" sz="2800" dirty="0" err="1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getElementByClassName</a:t>
            </a:r>
            <a:r>
              <a:rPr lang="en-AU" sz="2800" dirty="0"/>
              <a:t> retrieves zero or more elements</a:t>
            </a:r>
          </a:p>
          <a:p>
            <a:r>
              <a:rPr lang="en-AU" sz="2800" dirty="0"/>
              <a:t>The elements are returned as an array</a:t>
            </a:r>
          </a:p>
          <a:p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020199186"/>
      </p:ext>
    </p:extLst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7790-28C0-B483-E3ED-C54591EE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Finding the Elements: by tag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BDAB8-CA2F-F2CB-6068-E8004C61A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 err="1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document.getElementByTagName</a:t>
            </a:r>
            <a:r>
              <a:rPr lang="en-AU" sz="2800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(“tag”)</a:t>
            </a:r>
          </a:p>
          <a:p>
            <a:r>
              <a:rPr lang="en-AU" sz="2800" dirty="0"/>
              <a:t>This will find all the elements with the name “tag”</a:t>
            </a:r>
          </a:p>
          <a:p>
            <a:r>
              <a:rPr lang="en-AU" sz="2800" dirty="0"/>
              <a:t>The elements are returned as an array</a:t>
            </a:r>
          </a:p>
          <a:p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564755290"/>
      </p:ext>
    </p:extLst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9DECE-7D6F-744F-99E4-A048AD07A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Query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281A3-86F3-D5D8-CDDB-FDD5639D2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Selectors are</a:t>
            </a:r>
          </a:p>
          <a:p>
            <a:pPr lvl="1"/>
            <a:r>
              <a:rPr lang="en-AU" dirty="0"/>
              <a:t>Elements, </a:t>
            </a:r>
          </a:p>
          <a:p>
            <a:pPr lvl="1"/>
            <a:r>
              <a:rPr lang="en-AU" dirty="0"/>
              <a:t>IDs and </a:t>
            </a:r>
          </a:p>
          <a:p>
            <a:pPr lvl="1"/>
            <a:r>
              <a:rPr lang="en-AU" dirty="0"/>
              <a:t>Classes</a:t>
            </a:r>
          </a:p>
        </p:txBody>
      </p:sp>
    </p:spTree>
    <p:extLst>
      <p:ext uri="{BB962C8B-B14F-4D97-AF65-F5344CB8AC3E}">
        <p14:creationId xmlns:p14="http://schemas.microsoft.com/office/powerpoint/2010/main" val="125542483"/>
      </p:ext>
    </p:extLst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9DECE-7D6F-744F-99E4-A048AD07A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Query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281A3-86F3-D5D8-CDDB-FDD5639D2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There are two query selector functions</a:t>
            </a:r>
          </a:p>
          <a:p>
            <a:pPr lvl="1"/>
            <a:r>
              <a:rPr lang="en-AU" dirty="0" err="1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querySelector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()</a:t>
            </a:r>
          </a:p>
          <a:p>
            <a:pPr lvl="2"/>
            <a:r>
              <a:rPr lang="en-AU" dirty="0"/>
              <a:t>Retrieves one item with the given selector</a:t>
            </a:r>
          </a:p>
          <a:p>
            <a:pPr lvl="1"/>
            <a:r>
              <a:rPr lang="en-AU" dirty="0" err="1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querySelectorAll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()</a:t>
            </a:r>
          </a:p>
          <a:p>
            <a:pPr lvl="2"/>
            <a:r>
              <a:rPr lang="en-AU" dirty="0"/>
              <a:t>Retrieves all items with the given selector</a:t>
            </a:r>
          </a:p>
        </p:txBody>
      </p:sp>
    </p:spTree>
    <p:extLst>
      <p:ext uri="{BB962C8B-B14F-4D97-AF65-F5344CB8AC3E}">
        <p14:creationId xmlns:p14="http://schemas.microsoft.com/office/powerpoint/2010/main" val="1487904219"/>
      </p:ext>
    </p:extLst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BE0C3-EF1C-88CA-09CD-09EA3C43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Calibri(Headings)"/>
              </a:rPr>
              <a:t>Challenge 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25572-D81F-566D-32B2-72C62C0A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B474AA-3961-E766-97DC-7EEBFC35A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7450" y="428965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8748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DE5DE-913A-2A66-C1D4-C89F5345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Challenge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E4EE9-7D89-C753-D5DD-3020AA1F5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99579" cy="341758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Using the </a:t>
            </a:r>
            <a:r>
              <a:rPr lang="en-AU" sz="3200" i="1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challenge 4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starter code</a:t>
            </a:r>
          </a:p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Use </a:t>
            </a:r>
            <a:r>
              <a:rPr lang="en-AU" sz="3200" b="1" dirty="0" err="1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querySelectorAll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()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to find all of the “upcoming events” links</a:t>
            </a:r>
          </a:p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Use a for loop to loop through the event links array created using 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entries()</a:t>
            </a:r>
          </a:p>
          <a:p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console.log()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a message text inside the element in uppercase using </a:t>
            </a:r>
            <a:r>
              <a:rPr lang="en-AU" sz="3200" b="1" dirty="0" err="1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innerHTML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()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&amp; </a:t>
            </a:r>
            <a:r>
              <a:rPr lang="en-AU" sz="3200" b="1" dirty="0" err="1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toUpperCase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()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3745275"/>
      </p:ext>
    </p:extLst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9DECE-7D6F-744F-99E4-A048AD07A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Parents, Children &amp; Siblings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281A3-86F3-D5D8-CDDB-FDD5639D2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You are able to</a:t>
            </a:r>
          </a:p>
          <a:p>
            <a:pPr marL="587375" indent="-220663"/>
            <a:r>
              <a:rPr lang="en-AU" dirty="0"/>
              <a:t>obtain the parent and</a:t>
            </a:r>
          </a:p>
          <a:p>
            <a:pPr marL="755650" indent="-220663"/>
            <a:r>
              <a:rPr lang="en-AU" dirty="0"/>
              <a:t>the children of a selected node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38299733"/>
      </p:ext>
    </p:extLst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9DECE-7D6F-744F-99E4-A048AD07A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dirty="0"/>
              <a:t>Getting hold of the Parents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281A3-86F3-D5D8-CDDB-FDD5639D23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AU" sz="2800" dirty="0" err="1">
                <a:solidFill>
                  <a:srgbClr val="FFC000"/>
                </a:solidFill>
              </a:rPr>
              <a:t>parentNode</a:t>
            </a:r>
            <a:r>
              <a:rPr lang="en-AU" sz="2800" dirty="0"/>
              <a:t> the direct parent node of an element.</a:t>
            </a:r>
          </a:p>
          <a:p>
            <a:pPr>
              <a:lnSpc>
                <a:spcPct val="90000"/>
              </a:lnSpc>
            </a:pPr>
            <a:r>
              <a:rPr lang="en-AU" sz="2800" dirty="0" err="1">
                <a:solidFill>
                  <a:srgbClr val="FFC000"/>
                </a:solidFill>
              </a:rPr>
              <a:t>parentElement</a:t>
            </a:r>
            <a:r>
              <a:rPr lang="en-AU" sz="2800" dirty="0"/>
              <a:t> the direct parent element (ignoring non-elements text nodes or comments).</a:t>
            </a:r>
          </a:p>
          <a:p>
            <a:pPr>
              <a:lnSpc>
                <a:spcPct val="90000"/>
              </a:lnSpc>
            </a:pPr>
            <a:r>
              <a:rPr lang="en-AU" sz="2800" dirty="0">
                <a:solidFill>
                  <a:srgbClr val="FFC000"/>
                </a:solidFill>
              </a:rPr>
              <a:t>closest(selector) </a:t>
            </a:r>
            <a:r>
              <a:rPr lang="en-AU" sz="2800" dirty="0"/>
              <a:t>searches for the nearest ancestor that matches the specified CSS selector.</a:t>
            </a:r>
          </a:p>
          <a:p>
            <a:pPr>
              <a:lnSpc>
                <a:spcPct val="90000"/>
              </a:lnSpc>
            </a:pPr>
            <a:endParaRPr lang="en-AU" sz="2800" dirty="0"/>
          </a:p>
        </p:txBody>
      </p:sp>
      <p:pic>
        <p:nvPicPr>
          <p:cNvPr id="6" name="Picture 5" descr="A diagram of a computer&#10;&#10;Description automatically generated with medium confidence">
            <a:extLst>
              <a:ext uri="{FF2B5EF4-FFF2-40B4-BE49-F238E27FC236}">
                <a16:creationId xmlns:a16="http://schemas.microsoft.com/office/drawing/2014/main" id="{F914939F-B419-7ABB-3938-EC4D41D7A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45239"/>
            <a:ext cx="5181600" cy="3912110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505A128-1F2D-9A3E-81E0-C4FAFB3E0F29}"/>
                  </a:ext>
                </a:extLst>
              </p14:cNvPr>
              <p14:cNvContentPartPr/>
              <p14:nvPr/>
            </p14:nvContentPartPr>
            <p14:xfrm>
              <a:off x="5165035" y="130346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505A128-1F2D-9A3E-81E0-C4FAFB3E0F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56035" y="129446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0683980"/>
      </p:ext>
    </p:extLst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9DECE-7D6F-744F-99E4-A048AD07A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dirty="0"/>
              <a:t>Trying to Understand Siblings</a:t>
            </a:r>
          </a:p>
        </p:txBody>
      </p:sp>
      <p:pic>
        <p:nvPicPr>
          <p:cNvPr id="6" name="Picture 5" descr="A diagram of a computer&#10;&#10;Description automatically generated with medium confidence">
            <a:extLst>
              <a:ext uri="{FF2B5EF4-FFF2-40B4-BE49-F238E27FC236}">
                <a16:creationId xmlns:a16="http://schemas.microsoft.com/office/drawing/2014/main" id="{C1077866-6510-9563-BCE8-510C8C9B2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45239"/>
            <a:ext cx="5181600" cy="3912110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281A3-86F3-D5D8-CDDB-FDD5639D2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AU" sz="2800" dirty="0" err="1">
                <a:solidFill>
                  <a:srgbClr val="FFC000"/>
                </a:solidFill>
              </a:rPr>
              <a:t>nextSibling</a:t>
            </a:r>
            <a:r>
              <a:rPr lang="en-AU" sz="2800" dirty="0"/>
              <a:t> next sibling node (element, text node, or comment).</a:t>
            </a:r>
          </a:p>
          <a:p>
            <a:pPr>
              <a:lnSpc>
                <a:spcPct val="90000"/>
              </a:lnSpc>
            </a:pPr>
            <a:r>
              <a:rPr lang="en-AU" sz="2800" dirty="0" err="1">
                <a:solidFill>
                  <a:srgbClr val="FFC000"/>
                </a:solidFill>
              </a:rPr>
              <a:t>previousSibling</a:t>
            </a:r>
            <a:r>
              <a:rPr lang="en-AU" sz="2800" dirty="0"/>
              <a:t> previous sibling node.</a:t>
            </a:r>
          </a:p>
          <a:p>
            <a:pPr>
              <a:lnSpc>
                <a:spcPct val="90000"/>
              </a:lnSpc>
            </a:pPr>
            <a:r>
              <a:rPr lang="en-AU" sz="2800" dirty="0" err="1">
                <a:solidFill>
                  <a:srgbClr val="FFC000"/>
                </a:solidFill>
              </a:rPr>
              <a:t>nextElementSibling</a:t>
            </a:r>
            <a:r>
              <a:rPr lang="en-AU" sz="2800" dirty="0"/>
              <a:t> the next sibling element (ignores non-element nodes).</a:t>
            </a:r>
          </a:p>
          <a:p>
            <a:pPr>
              <a:lnSpc>
                <a:spcPct val="90000"/>
              </a:lnSpc>
            </a:pPr>
            <a:r>
              <a:rPr lang="en-AU" sz="2800" dirty="0" err="1">
                <a:solidFill>
                  <a:srgbClr val="FFC000"/>
                </a:solidFill>
              </a:rPr>
              <a:t>previousElementSibling</a:t>
            </a:r>
            <a:r>
              <a:rPr lang="en-AU" sz="2800" dirty="0"/>
              <a:t> previous sibling element.</a:t>
            </a:r>
          </a:p>
        </p:txBody>
      </p:sp>
    </p:spTree>
    <p:extLst>
      <p:ext uri="{BB962C8B-B14F-4D97-AF65-F5344CB8AC3E}">
        <p14:creationId xmlns:p14="http://schemas.microsoft.com/office/powerpoint/2010/main" val="3813245652"/>
      </p:ext>
    </p:extLst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9DECE-7D6F-744F-99E4-A048AD07A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 anchor="ctr">
            <a:normAutofit/>
          </a:bodyPr>
          <a:lstStyle/>
          <a:p>
            <a:r>
              <a:rPr lang="en-AU" dirty="0"/>
              <a:t>Getting control of your Children</a:t>
            </a:r>
          </a:p>
        </p:txBody>
      </p:sp>
      <p:pic>
        <p:nvPicPr>
          <p:cNvPr id="5" name="Picture 4" descr="A diagram of a computer&#10;&#10;Description automatically generated with medium confidence">
            <a:extLst>
              <a:ext uri="{FF2B5EF4-FFF2-40B4-BE49-F238E27FC236}">
                <a16:creationId xmlns:a16="http://schemas.microsoft.com/office/drawing/2014/main" id="{E2070DA0-F968-B246-BFBB-2CF3224B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247" y="1956842"/>
            <a:ext cx="5181600" cy="3912110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281A3-86F3-D5D8-CDDB-FDD5639D2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965621"/>
            <a:ext cx="51816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AU" sz="2500" dirty="0" err="1">
                <a:solidFill>
                  <a:srgbClr val="FFC000"/>
                </a:solidFill>
              </a:rPr>
              <a:t>childNodes</a:t>
            </a:r>
            <a:r>
              <a:rPr lang="en-AU" sz="2500" dirty="0"/>
              <a:t> collection of all child nodes an element.</a:t>
            </a:r>
          </a:p>
          <a:p>
            <a:pPr>
              <a:lnSpc>
                <a:spcPct val="90000"/>
              </a:lnSpc>
            </a:pPr>
            <a:r>
              <a:rPr lang="en-AU" sz="2500" dirty="0">
                <a:solidFill>
                  <a:srgbClr val="FFC000"/>
                </a:solidFill>
              </a:rPr>
              <a:t>children</a:t>
            </a:r>
            <a:r>
              <a:rPr lang="en-AU" sz="2500" dirty="0"/>
              <a:t> collection of child elements (ignores non-element nodes).</a:t>
            </a:r>
          </a:p>
          <a:p>
            <a:pPr>
              <a:lnSpc>
                <a:spcPct val="90000"/>
              </a:lnSpc>
            </a:pPr>
            <a:r>
              <a:rPr lang="en-AU" sz="2500" dirty="0" err="1">
                <a:solidFill>
                  <a:srgbClr val="FFC000"/>
                </a:solidFill>
              </a:rPr>
              <a:t>querySelector</a:t>
            </a:r>
            <a:r>
              <a:rPr lang="en-AU" sz="2500" dirty="0">
                <a:solidFill>
                  <a:srgbClr val="FFC000"/>
                </a:solidFill>
              </a:rPr>
              <a:t>(selector) </a:t>
            </a:r>
            <a:r>
              <a:rPr lang="en-AU" sz="2500" dirty="0"/>
              <a:t>the first child element that matches the specified CSS selector.</a:t>
            </a:r>
          </a:p>
          <a:p>
            <a:pPr>
              <a:lnSpc>
                <a:spcPct val="90000"/>
              </a:lnSpc>
            </a:pPr>
            <a:r>
              <a:rPr lang="en-AU" sz="2500" dirty="0" err="1">
                <a:solidFill>
                  <a:srgbClr val="FFC000"/>
                </a:solidFill>
              </a:rPr>
              <a:t>querySelectorAll</a:t>
            </a:r>
            <a:r>
              <a:rPr lang="en-AU" sz="2500" dirty="0">
                <a:solidFill>
                  <a:srgbClr val="FFC000"/>
                </a:solidFill>
              </a:rPr>
              <a:t>(selector) </a:t>
            </a:r>
            <a:r>
              <a:rPr lang="en-AU" sz="2500" dirty="0"/>
              <a:t>all child elements that match the specified CSS selector.</a:t>
            </a:r>
          </a:p>
        </p:txBody>
      </p:sp>
    </p:spTree>
    <p:extLst>
      <p:ext uri="{BB962C8B-B14F-4D97-AF65-F5344CB8AC3E}">
        <p14:creationId xmlns:p14="http://schemas.microsoft.com/office/powerpoint/2010/main" val="1369499261"/>
      </p:ext>
    </p:extLst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9DECE-7D6F-744F-99E4-A048AD07A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Using logic to navigate the 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281A3-86F3-D5D8-CDDB-FDD5639D2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/>
              <a:t>Parent obtained by:</a:t>
            </a:r>
          </a:p>
          <a:p>
            <a:pPr lvl="1"/>
            <a:r>
              <a:rPr lang="en-AU" dirty="0" err="1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node.parentNode</a:t>
            </a:r>
            <a:endParaRPr lang="en-AU" dirty="0">
              <a:solidFill>
                <a:srgbClr val="FFC000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endParaRPr>
          </a:p>
          <a:p>
            <a:endParaRPr lang="en-AU" dirty="0"/>
          </a:p>
          <a:p>
            <a:r>
              <a:rPr lang="en-AU" dirty="0"/>
              <a:t>Children obtained by…</a:t>
            </a:r>
          </a:p>
          <a:p>
            <a:pPr lvl="1"/>
            <a:r>
              <a:rPr lang="en-AU" dirty="0"/>
              <a:t>first checking if there are children:</a:t>
            </a:r>
          </a:p>
          <a:p>
            <a:pPr lvl="2"/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if (</a:t>
            </a:r>
            <a:r>
              <a:rPr lang="en-AU" dirty="0" err="1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node.hasChildren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()) {…} or </a:t>
            </a:r>
          </a:p>
          <a:p>
            <a:pPr lvl="2"/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if (</a:t>
            </a:r>
            <a:r>
              <a:rPr lang="en-AU" dirty="0" err="1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children.length</a:t>
            </a:r>
            <a:r>
              <a:rPr lang="en-AU" dirty="0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 &gt; 0) {…}</a:t>
            </a:r>
          </a:p>
          <a:p>
            <a:pPr lvl="1"/>
            <a:r>
              <a:rPr lang="en-AU" dirty="0"/>
              <a:t>Then getting the nodes</a:t>
            </a:r>
          </a:p>
          <a:p>
            <a:pPr lvl="2"/>
            <a:r>
              <a:rPr lang="en-AU" dirty="0" err="1">
                <a:solidFill>
                  <a:srgbClr val="FFC000"/>
                </a:solidFill>
                <a:latin typeface="Fira Code Retina" pitchFamily="49" charset="0"/>
                <a:ea typeface="Fira Code Retina" pitchFamily="49" charset="0"/>
                <a:cs typeface="Fira Code Retina" pitchFamily="49" charset="0"/>
              </a:rPr>
              <a:t>node.childNodes</a:t>
            </a:r>
            <a:endParaRPr lang="en-AU" dirty="0">
              <a:solidFill>
                <a:srgbClr val="FFC000"/>
              </a:solidFill>
              <a:latin typeface="Fira Code Retina" pitchFamily="49" charset="0"/>
              <a:ea typeface="Fira Code Retina" pitchFamily="49" charset="0"/>
              <a:cs typeface="Fira Code Retina" pitchFamily="49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3141456"/>
      </p:ext>
    </p:extLst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0EA4D14-0741-44D5-3281-AC2C1B419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850" y="1336106"/>
            <a:ext cx="1800000" cy="1800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E5BE0C3-EF1C-88CA-09CD-09EA3C43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Editing the DOM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25572-D81F-566D-32B2-72C62C0A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0594288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Editing the DOM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66246A-E7AF-022A-626A-AEE3B69B6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We are able to alter the DOM tree</a:t>
            </a:r>
          </a:p>
          <a:p>
            <a:r>
              <a:rPr lang="en-AU" dirty="0"/>
              <a:t>There are many ways to do this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72610884"/>
      </p:ext>
    </p:extLst>
  </p:cSld>
  <p:clrMapOvr>
    <a:masterClrMapping/>
  </p:clrMapOvr>
  <p:transition spd="slow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Editing the DOM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5FA3474-6723-50AD-5A28-7B4C69B975A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9100" y="1867666"/>
          <a:ext cx="11353800" cy="4220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1893">
                  <a:extLst>
                    <a:ext uri="{9D8B030D-6E8A-4147-A177-3AD203B41FA5}">
                      <a16:colId xmlns:a16="http://schemas.microsoft.com/office/drawing/2014/main" val="990862128"/>
                    </a:ext>
                  </a:extLst>
                </a:gridCol>
                <a:gridCol w="6191907">
                  <a:extLst>
                    <a:ext uri="{9D8B030D-6E8A-4147-A177-3AD203B41FA5}">
                      <a16:colId xmlns:a16="http://schemas.microsoft.com/office/drawing/2014/main" val="2204945171"/>
                    </a:ext>
                  </a:extLst>
                </a:gridCol>
              </a:tblGrid>
              <a:tr h="396048">
                <a:tc>
                  <a:txBody>
                    <a:bodyPr/>
                    <a:lstStyle/>
                    <a:p>
                      <a:r>
                        <a:rPr lang="en-AU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3826"/>
                  </a:ext>
                </a:extLst>
              </a:tr>
              <a:tr h="396048">
                <a:tc>
                  <a:txBody>
                    <a:bodyPr/>
                    <a:lstStyle/>
                    <a:p>
                      <a:r>
                        <a:rPr lang="en-AU" sz="1800" kern="1200" dirty="0" err="1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document.createElement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(“p”)</a:t>
                      </a:r>
                      <a:endParaRPr lang="en-AU" dirty="0">
                        <a:latin typeface="Fira Code Retina" pitchFamily="49" charset="0"/>
                        <a:ea typeface="Fira Code Retina" pitchFamily="49" charset="0"/>
                        <a:cs typeface="Fira Code Retina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Creates a new </a:t>
                      </a:r>
                      <a:r>
                        <a:rPr lang="en-AU" dirty="0">
                          <a:effectLst/>
                        </a:rPr>
                        <a:t>Element Node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002480"/>
                  </a:ext>
                </a:extLst>
              </a:tr>
              <a:tr h="396048">
                <a:tc>
                  <a:txBody>
                    <a:bodyPr/>
                    <a:lstStyle/>
                    <a:p>
                      <a:r>
                        <a:rPr lang="en-AU" sz="1800" kern="1200" dirty="0" err="1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document.createTextNode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(“…”)</a:t>
                      </a:r>
                      <a:endParaRPr lang="en-AU" dirty="0">
                        <a:latin typeface="Fira Code Retina" pitchFamily="49" charset="0"/>
                        <a:ea typeface="Fira Code Retina" pitchFamily="49" charset="0"/>
                        <a:cs typeface="Fira Code Retina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Creates a new Text Element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463864"/>
                  </a:ext>
                </a:extLst>
              </a:tr>
              <a:tr h="683590">
                <a:tc>
                  <a:txBody>
                    <a:bodyPr/>
                    <a:lstStyle/>
                    <a:p>
                      <a:r>
                        <a:rPr lang="en-AU" sz="1800" kern="1200" dirty="0" err="1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element.appendChild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(</a:t>
                      </a:r>
                      <a:r>
                        <a:rPr lang="en-AU" sz="1800" kern="1200" dirty="0" err="1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newChild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)</a:t>
                      </a:r>
                      <a:endParaRPr lang="en-AU" dirty="0">
                        <a:latin typeface="Fira Code Retina" pitchFamily="49" charset="0"/>
                        <a:ea typeface="Fira Code Retina" pitchFamily="49" charset="0"/>
                        <a:cs typeface="Fira Code Retina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alters the tree under "element", adding a new child Node "</a:t>
                      </a:r>
                      <a:r>
                        <a:rPr lang="en-AU" dirty="0" err="1"/>
                        <a:t>newChild</a:t>
                      </a:r>
                      <a:r>
                        <a:rPr lang="en-AU" dirty="0"/>
                        <a:t>" to it, after all the other children.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423385"/>
                  </a:ext>
                </a:extLst>
              </a:tr>
              <a:tr h="396048">
                <a:tc>
                  <a:txBody>
                    <a:bodyPr/>
                    <a:lstStyle/>
                    <a:p>
                      <a:r>
                        <a:rPr lang="en-AU" dirty="0" err="1"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first.removeChild</a:t>
                      </a:r>
                      <a:r>
                        <a:rPr lang="en-AU" dirty="0"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(second)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removes the child node "second" from the node "first"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868559"/>
                  </a:ext>
                </a:extLst>
              </a:tr>
              <a:tr h="683590">
                <a:tc>
                  <a:txBody>
                    <a:bodyPr/>
                    <a:lstStyle/>
                    <a:p>
                      <a:r>
                        <a:rPr lang="en-AU" dirty="0" err="1"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existingNode.insertBefore</a:t>
                      </a:r>
                      <a:r>
                        <a:rPr lang="en-AU" dirty="0"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(</a:t>
                      </a:r>
                      <a:r>
                        <a:rPr lang="en-AU" dirty="0" err="1"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newNode</a:t>
                      </a:r>
                      <a:r>
                        <a:rPr lang="en-AU" dirty="0"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inserts "</a:t>
                      </a:r>
                      <a:r>
                        <a:rPr lang="en-AU" dirty="0" err="1"/>
                        <a:t>newNode</a:t>
                      </a:r>
                      <a:r>
                        <a:rPr lang="en-AU" dirty="0"/>
                        <a:t>" as a sibling of "</a:t>
                      </a:r>
                      <a:r>
                        <a:rPr lang="en-AU" dirty="0" err="1"/>
                        <a:t>existingNode</a:t>
                      </a:r>
                      <a:r>
                        <a:rPr lang="en-AU" dirty="0"/>
                        <a:t>", placing it before that in the DOM tree structure.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3988"/>
                  </a:ext>
                </a:extLst>
              </a:tr>
              <a:tr h="1269525">
                <a:tc>
                  <a:txBody>
                    <a:bodyPr/>
                    <a:lstStyle/>
                    <a:p>
                      <a:r>
                        <a:rPr lang="en-AU" sz="1800" kern="1200" dirty="0" err="1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element.prepend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(</a:t>
                      </a:r>
                      <a:r>
                        <a:rPr lang="en-AU" sz="1800" kern="1200" dirty="0" err="1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newChild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)</a:t>
                      </a:r>
                      <a:endParaRPr lang="en-AU" dirty="0">
                        <a:latin typeface="Fira Code Retina" pitchFamily="49" charset="0"/>
                        <a:ea typeface="Fira Code Retina" pitchFamily="49" charset="0"/>
                        <a:cs typeface="Fira Code Retina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alters the tree under "element", adding a new child Node "</a:t>
                      </a:r>
                      <a:r>
                        <a:rPr lang="en-AU" dirty="0" err="1"/>
                        <a:t>newChild</a:t>
                      </a:r>
                      <a:r>
                        <a:rPr lang="en-AU" dirty="0"/>
                        <a:t>" to it, before other child elements. You can pass one or more child Nodes, or even a string that will be interpreted as a Text node.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804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691657"/>
      </p:ext>
    </p:extLst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0DE0-65A2-1734-13C2-2CD217C3F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Editing the DOM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5FA3474-6723-50AD-5A28-7B4C69B975A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9100" y="1867667"/>
          <a:ext cx="11353800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3659">
                  <a:extLst>
                    <a:ext uri="{9D8B030D-6E8A-4147-A177-3AD203B41FA5}">
                      <a16:colId xmlns:a16="http://schemas.microsoft.com/office/drawing/2014/main" val="990862128"/>
                    </a:ext>
                  </a:extLst>
                </a:gridCol>
                <a:gridCol w="3890141">
                  <a:extLst>
                    <a:ext uri="{9D8B030D-6E8A-4147-A177-3AD203B41FA5}">
                      <a16:colId xmlns:a16="http://schemas.microsoft.com/office/drawing/2014/main" val="22049451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3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kern="1200" dirty="0" err="1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element.replaceChild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(</a:t>
                      </a:r>
                      <a:r>
                        <a:rPr lang="en-AU" sz="1800" kern="1200" dirty="0" err="1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newChild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, </a:t>
                      </a:r>
                      <a:r>
                        <a:rPr lang="en-AU" sz="1800" kern="1200" dirty="0" err="1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existingChild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)</a:t>
                      </a:r>
                      <a:endParaRPr lang="en-AU" dirty="0">
                        <a:latin typeface="Fira Code Retina" pitchFamily="49" charset="0"/>
                        <a:ea typeface="Fira Code Retina" pitchFamily="49" charset="0"/>
                        <a:cs typeface="Fira Code Retina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alters the tree under "element", replacing "</a:t>
                      </a:r>
                      <a:r>
                        <a:rPr lang="en-AU" dirty="0" err="1"/>
                        <a:t>existingChild</a:t>
                      </a:r>
                      <a:r>
                        <a:rPr lang="en-AU" dirty="0"/>
                        <a:t>" with a new Node "</a:t>
                      </a:r>
                      <a:r>
                        <a:rPr lang="en-AU" dirty="0" err="1"/>
                        <a:t>newChild</a:t>
                      </a:r>
                      <a:r>
                        <a:rPr lang="en-AU" dirty="0"/>
                        <a:t>".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01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kern="1200" dirty="0" err="1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element.insertAdjacentElement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(position, </a:t>
                      </a:r>
                      <a:r>
                        <a:rPr lang="en-AU" sz="1800" kern="1200" dirty="0" err="1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newElement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)</a:t>
                      </a:r>
                      <a:endParaRPr lang="en-AU" dirty="0">
                        <a:latin typeface="Fira Code Retina" pitchFamily="49" charset="0"/>
                        <a:ea typeface="Fira Code Retina" pitchFamily="49" charset="0"/>
                        <a:cs typeface="Fira Code Retina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inserts "</a:t>
                      </a:r>
                      <a:r>
                        <a:rPr lang="en-AU" dirty="0" err="1"/>
                        <a:t>newElement</a:t>
                      </a:r>
                      <a:r>
                        <a:rPr lang="en-AU" dirty="0"/>
                        <a:t>" in the DOM, positioned relatively to "element" depending on the "position" parameter value.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813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kern="1200" dirty="0" err="1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element.textContent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Fira Code Retina" pitchFamily="49" charset="0"/>
                          <a:ea typeface="Fira Code Retina" pitchFamily="49" charset="0"/>
                          <a:cs typeface="Fira Code Retina" pitchFamily="49" charset="0"/>
                        </a:rPr>
                        <a:t> = 'something'</a:t>
                      </a:r>
                      <a:endParaRPr lang="en-AU" dirty="0">
                        <a:latin typeface="Fira Code Retina" pitchFamily="49" charset="0"/>
                        <a:ea typeface="Fira Code Retina" pitchFamily="49" charset="0"/>
                        <a:cs typeface="Fira Code Retina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changes the content of a Text node to "something".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49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270003"/>
      </p:ext>
    </p:extLst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5BE0C3-EF1C-88CA-09CD-09EA3C438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Calibri(Headings)"/>
              </a:rPr>
              <a:t>Challenge 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25572-D81F-566D-32B2-72C62C0A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B474AA-3961-E766-97DC-7EEBFC35A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7450" y="428965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38004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DE5DE-913A-2A66-C1D4-C89F5345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Challenge 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E4EE9-7D89-C753-D5DD-3020AA1F5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99579" cy="341758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Using the </a:t>
            </a:r>
            <a:r>
              <a:rPr lang="en-AU" sz="3200" i="1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challenge 5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starter code</a:t>
            </a:r>
          </a:p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Complete the </a:t>
            </a:r>
            <a:r>
              <a:rPr lang="en-AU" sz="3200" b="1" dirty="0" err="1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toggleSidebarContent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()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to do the following</a:t>
            </a:r>
          </a:p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Check if the sidebar 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&lt;</a:t>
            </a:r>
            <a:r>
              <a:rPr lang="en-AU" sz="3200" b="1" dirty="0" err="1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ul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&gt;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list has Children using </a:t>
            </a:r>
            <a:r>
              <a:rPr lang="en-AU" sz="3200" b="1" dirty="0" err="1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hasChildNodes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()</a:t>
            </a:r>
          </a:p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use</a:t>
            </a:r>
            <a:r>
              <a:rPr lang="en-AU" sz="3200" b="1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</a:t>
            </a:r>
            <a:r>
              <a:rPr lang="en-AU" sz="3200" b="1" dirty="0" err="1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removeChild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()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to remove the first child (use .</a:t>
            </a:r>
            <a:r>
              <a:rPr lang="en-AU" sz="3200" dirty="0" err="1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firstChild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)</a:t>
            </a:r>
          </a:p>
          <a:p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create and add a 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&lt;p&gt;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element to the sidebar using </a:t>
            </a:r>
            <a:r>
              <a:rPr lang="en-AU" sz="3200" b="1" dirty="0" err="1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createElement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() </a:t>
            </a:r>
            <a:r>
              <a:rPr lang="en-AU" sz="3200" dirty="0">
                <a:solidFill>
                  <a:schemeClr val="tx1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and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</a:t>
            </a:r>
            <a:r>
              <a:rPr lang="en-AU" sz="3200" b="1" dirty="0" err="1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appendChild</a:t>
            </a:r>
            <a:r>
              <a:rPr lang="en-AU" sz="3200" b="1" dirty="0">
                <a:solidFill>
                  <a:srgbClr val="FFC00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()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81261179"/>
      </p:ext>
    </p:extLst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59B867-F86C-9F53-2C09-210C6FDE683C}"/>
              </a:ext>
            </a:extLst>
          </p:cNvPr>
          <p:cNvSpPr txBox="1"/>
          <p:nvPr/>
        </p:nvSpPr>
        <p:spPr>
          <a:xfrm>
            <a:off x="1" y="1272618"/>
            <a:ext cx="1219199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5600" dirty="0"/>
              <a:t>🦆</a:t>
            </a:r>
          </a:p>
        </p:txBody>
      </p:sp>
    </p:spTree>
    <p:extLst>
      <p:ext uri="{BB962C8B-B14F-4D97-AF65-F5344CB8AC3E}">
        <p14:creationId xmlns:p14="http://schemas.microsoft.com/office/powerpoint/2010/main" val="141566846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C92A6A38-762D-4D1E-84F6-35B86993516B}"/>
    </a:ext>
  </a:extLst>
</a:theme>
</file>

<file path=ppt/theme/theme2.xml><?xml version="1.0" encoding="utf-8"?>
<a:theme xmlns:a="http://schemas.openxmlformats.org/drawingml/2006/main" name="8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3.xml><?xml version="1.0" encoding="utf-8"?>
<a:theme xmlns:a="http://schemas.openxmlformats.org/drawingml/2006/main" name="9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4.xml><?xml version="1.0" encoding="utf-8"?>
<a:theme xmlns:a="http://schemas.openxmlformats.org/drawingml/2006/main" name="3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74005428-A334-41FB-9C76-B70EADF29CBB}"/>
    </a:ext>
  </a:extLst>
</a:theme>
</file>

<file path=ppt/theme/theme5.xml><?xml version="1.0" encoding="utf-8"?>
<a:theme xmlns:a="http://schemas.openxmlformats.org/drawingml/2006/main" name="4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B2A232E-75D7-4897-BB1C-74DF42300102}"/>
    </a:ext>
  </a:extLst>
</a:theme>
</file>

<file path=ppt/theme/theme6.xml><?xml version="1.0" encoding="utf-8"?>
<a:theme xmlns:a="http://schemas.openxmlformats.org/drawingml/2006/main" name="5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B197BA3C-52E1-452E-9ECF-A8FC308A75CB}"/>
    </a:ext>
  </a:extLst>
</a:theme>
</file>

<file path=ppt/theme/theme7.xml><?xml version="1.0" encoding="utf-8"?>
<a:theme xmlns:a="http://schemas.openxmlformats.org/drawingml/2006/main" name="TAFE-Dark-BG-animated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091D9253-E664-4300-BB76-B0EA74ABD4E3}"/>
    </a:ext>
  </a:extLst>
</a:theme>
</file>

<file path=ppt/theme/theme8.xml><?xml version="1.0" encoding="utf-8"?>
<a:theme xmlns:a="http://schemas.openxmlformats.org/drawingml/2006/main" name="6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5315164-D39B-4AAC-B304-B1A2B031A95B}"/>
    </a:ext>
  </a:extLst>
</a:theme>
</file>

<file path=ppt/theme/theme9.xml><?xml version="1.0" encoding="utf-8"?>
<a:theme xmlns:a="http://schemas.openxmlformats.org/drawingml/2006/main" name="7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53110149-A4D3-4904-BBE1-036CB5C878D3}"/>
    </a:ext>
  </a:extLst>
</a:theme>
</file>

<file path=ppt/theme/theme10.xml><?xml version="1.0" encoding="utf-8"?>
<a:theme xmlns:a="http://schemas.openxmlformats.org/drawingml/2006/main" name="1_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C" id="{512C2FDB-8C93-844A-9C7C-E16B2F56908F}" vid="{F409DB23-9C1D-2B4A-B99D-0844671217B0}"/>
    </a:ext>
  </a:extLst>
</a:theme>
</file>

<file path=ppt/theme/theme11.xml><?xml version="1.0" encoding="utf-8"?>
<a:theme xmlns:a="http://schemas.openxmlformats.org/drawingml/2006/main" name="10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TAFE-White-BG-B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B" id="{2956925C-A3E0-A44D-A1CA-96DE5E326E72}" vid="{BF725D3F-94CF-3B48-BC06-35479312206A}"/>
    </a:ext>
  </a:extLst>
</a:theme>
</file>

<file path=ppt/theme/theme15.xml><?xml version="1.0" encoding="utf-8"?>
<a:theme xmlns:a="http://schemas.openxmlformats.org/drawingml/2006/main" name="8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MT-Template-2022.potx" id="{46DE366B-4821-49BC-8701-7B61EF5675FD}" vid="{1DBFF745-F716-4084-B095-E1BA3F00EF1E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Presentation-2023</Template>
  <TotalTime>394</TotalTime>
  <Words>1679</Words>
  <Application>Microsoft Office PowerPoint</Application>
  <PresentationFormat>Widescreen</PresentationFormat>
  <Paragraphs>336</Paragraphs>
  <Slides>62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62</vt:i4>
      </vt:variant>
    </vt:vector>
  </HeadingPairs>
  <TitlesOfParts>
    <vt:vector size="85" baseType="lpstr">
      <vt:lpstr>Arial</vt:lpstr>
      <vt:lpstr>Calibri</vt:lpstr>
      <vt:lpstr>Calibri Light</vt:lpstr>
      <vt:lpstr>Calibri(Headings)</vt:lpstr>
      <vt:lpstr>Century Gothic</vt:lpstr>
      <vt:lpstr>Courier New</vt:lpstr>
      <vt:lpstr>Fira Code</vt:lpstr>
      <vt:lpstr>Fira Code Retina</vt:lpstr>
      <vt:lpstr>TAFE-White-BG-C</vt:lpstr>
      <vt:lpstr>8_Office Theme</vt:lpstr>
      <vt:lpstr>9_Office Theme</vt:lpstr>
      <vt:lpstr>3_Office Theme</vt:lpstr>
      <vt:lpstr>4_Office Theme</vt:lpstr>
      <vt:lpstr>5_Office Theme</vt:lpstr>
      <vt:lpstr>TAFE-Dark-BG-animated</vt:lpstr>
      <vt:lpstr>6_Office Theme</vt:lpstr>
      <vt:lpstr>7_Office Theme</vt:lpstr>
      <vt:lpstr>1_TAFE-White-BG-C</vt:lpstr>
      <vt:lpstr>10_Office Theme</vt:lpstr>
      <vt:lpstr>11_Office Theme</vt:lpstr>
      <vt:lpstr>12_Office Theme</vt:lpstr>
      <vt:lpstr>TAFE-White-BG-B</vt:lpstr>
      <vt:lpstr>8_Office Theme</vt:lpstr>
      <vt:lpstr> Web Technologies: Introduction</vt:lpstr>
      <vt:lpstr> Web Tech: Sessions</vt:lpstr>
      <vt:lpstr>Sessions</vt:lpstr>
      <vt:lpstr>Loops</vt:lpstr>
      <vt:lpstr>Loop-de-loop</vt:lpstr>
      <vt:lpstr>Loops: For</vt:lpstr>
      <vt:lpstr>Loops: For</vt:lpstr>
      <vt:lpstr>Loops: Do … While</vt:lpstr>
      <vt:lpstr>Loops: do … while</vt:lpstr>
      <vt:lpstr>Loops: Do … While</vt:lpstr>
      <vt:lpstr>Loops: Do … While</vt:lpstr>
      <vt:lpstr>Challenge 1</vt:lpstr>
      <vt:lpstr>Challenge 1</vt:lpstr>
      <vt:lpstr>Loops: While …</vt:lpstr>
      <vt:lpstr>Loops: While …</vt:lpstr>
      <vt:lpstr>Loops: While …</vt:lpstr>
      <vt:lpstr>Loops: For … of</vt:lpstr>
      <vt:lpstr>Loops: For … of</vt:lpstr>
      <vt:lpstr>Loops: For … of</vt:lpstr>
      <vt:lpstr>Challenge 2</vt:lpstr>
      <vt:lpstr>Challenge 2</vt:lpstr>
      <vt:lpstr>Video Reference</vt:lpstr>
      <vt:lpstr>Loops: For … in</vt:lpstr>
      <vt:lpstr>Loops: For … in</vt:lpstr>
      <vt:lpstr>Loops: For … in</vt:lpstr>
      <vt:lpstr>Loops: For … in</vt:lpstr>
      <vt:lpstr>Challenge 3</vt:lpstr>
      <vt:lpstr>Challenge 3</vt:lpstr>
      <vt:lpstr>Video Reference</vt:lpstr>
      <vt:lpstr>Other Loops</vt:lpstr>
      <vt:lpstr>Interacting with the Browser</vt:lpstr>
      <vt:lpstr>DOM Manipulation</vt:lpstr>
      <vt:lpstr>DOM “Hierarchy”</vt:lpstr>
      <vt:lpstr>DOM “Hierarchy”</vt:lpstr>
      <vt:lpstr>DOM “Heirarchy”</vt:lpstr>
      <vt:lpstr>DOM “Heirarchy”</vt:lpstr>
      <vt:lpstr>DOM “Heirarchy”</vt:lpstr>
      <vt:lpstr>DOM “Heirarchy”</vt:lpstr>
      <vt:lpstr>DOM “Heirarchy”</vt:lpstr>
      <vt:lpstr>Example of a DOM</vt:lpstr>
      <vt:lpstr>Searching the DOM</vt:lpstr>
      <vt:lpstr>The DOM</vt:lpstr>
      <vt:lpstr>Finding the Elements</vt:lpstr>
      <vt:lpstr>Finding the Elements: by id</vt:lpstr>
      <vt:lpstr>Finding the Elements: by class</vt:lpstr>
      <vt:lpstr>Finding the Elements: by tag name</vt:lpstr>
      <vt:lpstr>Query Selectors</vt:lpstr>
      <vt:lpstr>Query Selectors</vt:lpstr>
      <vt:lpstr>Challenge 4</vt:lpstr>
      <vt:lpstr>Challenge 4</vt:lpstr>
      <vt:lpstr>Parents, Children &amp; Siblings</vt:lpstr>
      <vt:lpstr>Getting hold of the Parents</vt:lpstr>
      <vt:lpstr>Trying to Understand Siblings</vt:lpstr>
      <vt:lpstr>Getting control of your Children</vt:lpstr>
      <vt:lpstr>Using logic to navigate the DOM</vt:lpstr>
      <vt:lpstr>Editing the DOM</vt:lpstr>
      <vt:lpstr>Editing the DOM</vt:lpstr>
      <vt:lpstr>Editing the DOM</vt:lpstr>
      <vt:lpstr>Editing the DOM</vt:lpstr>
      <vt:lpstr>Challenge 5</vt:lpstr>
      <vt:lpstr>Challenge 5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Technologies Introduction</dc:title>
  <dc:creator>Adrian Gould</dc:creator>
  <cp:lastModifiedBy>John Robertson</cp:lastModifiedBy>
  <cp:revision>18</cp:revision>
  <dcterms:created xsi:type="dcterms:W3CDTF">2023-07-07T02:00:43Z</dcterms:created>
  <dcterms:modified xsi:type="dcterms:W3CDTF">2023-10-04T01:46:51Z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ac7e5b-5da2-46c7-8677-8a6b50f7d886_Enabled">
    <vt:lpwstr>true</vt:lpwstr>
  </property>
  <property fmtid="{D5CDD505-2E9C-101B-9397-08002B2CF9AE}" pid="3" name="MSIP_Label_f3ac7e5b-5da2-46c7-8677-8a6b50f7d886_SetDate">
    <vt:lpwstr>2023-07-09T17:39:43Z</vt:lpwstr>
  </property>
  <property fmtid="{D5CDD505-2E9C-101B-9397-08002B2CF9AE}" pid="4" name="MSIP_Label_f3ac7e5b-5da2-46c7-8677-8a6b50f7d886_Method">
    <vt:lpwstr>Standard</vt:lpwstr>
  </property>
  <property fmtid="{D5CDD505-2E9C-101B-9397-08002B2CF9AE}" pid="5" name="MSIP_Label_f3ac7e5b-5da2-46c7-8677-8a6b50f7d886_Name">
    <vt:lpwstr>Official</vt:lpwstr>
  </property>
  <property fmtid="{D5CDD505-2E9C-101B-9397-08002B2CF9AE}" pid="6" name="MSIP_Label_f3ac7e5b-5da2-46c7-8677-8a6b50f7d886_SiteId">
    <vt:lpwstr>218881e8-07ad-4142-87d7-f6b90d17009b</vt:lpwstr>
  </property>
  <property fmtid="{D5CDD505-2E9C-101B-9397-08002B2CF9AE}" pid="7" name="MSIP_Label_f3ac7e5b-5da2-46c7-8677-8a6b50f7d886_ActionId">
    <vt:lpwstr>934bf055-5d58-4591-8f85-6de4d295ed91</vt:lpwstr>
  </property>
  <property fmtid="{D5CDD505-2E9C-101B-9397-08002B2CF9AE}" pid="8" name="MSIP_Label_f3ac7e5b-5da2-46c7-8677-8a6b50f7d886_ContentBits">
    <vt:lpwstr>1</vt:lpwstr>
  </property>
  <property fmtid="{D5CDD505-2E9C-101B-9397-08002B2CF9AE}" pid="9" name="ClassificationContentMarkingHeaderLocations">
    <vt:lpwstr>TAFE-White-BG-C:4\8_Office Theme:4\9_Office Theme:4\3_Office Theme:4\4_Office Theme:4\5_Office Theme:4\TAFE-Dark-BG-animated:4\6_Office Theme:4\7_Office Theme:4\1_TAFE-White-BG-C:7\10_Office Theme:8\11_Office Theme:7\12_Office Theme:7\TAFE-White-BG-B:7</vt:lpwstr>
  </property>
  <property fmtid="{D5CDD505-2E9C-101B-9397-08002B2CF9AE}" pid="10" name="ClassificationContentMarkingHeaderText">
    <vt:lpwstr>OFFICIAL</vt:lpwstr>
  </property>
</Properties>
</file>